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2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3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64" r:id="rId1"/>
    <p:sldMasterId id="2147483765" r:id="rId2"/>
    <p:sldMasterId id="2147483766" r:id="rId3"/>
    <p:sldMasterId id="2147483767" r:id="rId4"/>
  </p:sldMasterIdLst>
  <p:notesMasterIdLst>
    <p:notesMasterId r:id="rId19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</p:sldIdLst>
  <p:sldSz cx="9144000" cy="5143500" type="screen16x9"/>
  <p:notesSz cx="6858000" cy="9144000"/>
  <p:embeddedFontLst>
    <p:embeddedFont>
      <p:font typeface="Antic" panose="020B0604020202020204" charset="0"/>
      <p:regular r:id="rId20"/>
    </p:embeddedFont>
    <p:embeddedFont>
      <p:font typeface="Bebas Neue" panose="020B0606020202050201" pitchFamily="34" charset="0"/>
      <p:regular r:id="rId21"/>
    </p:embeddedFont>
    <p:embeddedFont>
      <p:font typeface="Bodoni Moda" panose="020B0604020202020204" charset="0"/>
      <p:regular r:id="rId22"/>
      <p:bold r:id="rId23"/>
      <p:italic r:id="rId24"/>
      <p:boldItalic r:id="rId25"/>
    </p:embeddedFont>
    <p:embeddedFont>
      <p:font typeface="Josefin Sans" pitchFamily="2" charset="0"/>
      <p:regular r:id="rId26"/>
      <p:bold r:id="rId27"/>
      <p:italic r:id="rId28"/>
      <p:boldItalic r:id="rId29"/>
    </p:embeddedFont>
    <p:embeddedFont>
      <p:font typeface="Josefin Sans SemiBold" pitchFamily="2" charset="0"/>
      <p:regular r:id="rId30"/>
      <p:bold r:id="rId31"/>
      <p:italic r:id="rId32"/>
      <p:boldItalic r:id="rId33"/>
    </p:embeddedFont>
    <p:embeddedFont>
      <p:font typeface="Lato" panose="020F0502020204030203" pitchFamily="34" charset="0"/>
      <p:regular r:id="rId34"/>
      <p:bold r:id="rId35"/>
      <p:italic r:id="rId36"/>
      <p:boldItalic r:id="rId37"/>
    </p:embeddedFont>
    <p:embeddedFont>
      <p:font typeface="Londrina Solid" panose="020B0604020202020204" charset="0"/>
      <p:regular r:id="rId38"/>
    </p:embeddedFont>
    <p:embeddedFont>
      <p:font typeface="Manrope" panose="020B0604020202020204" charset="0"/>
      <p:regular r:id="rId39"/>
      <p:bold r:id="rId40"/>
    </p:embeddedFont>
    <p:embeddedFont>
      <p:font typeface="Manrope ExtraBold" panose="020B0604020202020204" charset="0"/>
      <p:bold r:id="rId41"/>
    </p:embeddedFont>
    <p:embeddedFont>
      <p:font typeface="PT Sans" panose="020B0503020203020204" pitchFamily="34" charset="0"/>
      <p:regular r:id="rId42"/>
      <p:bold r:id="rId43"/>
      <p:italic r:id="rId44"/>
      <p:boldItalic r:id="rId4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pos="452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8" d="100"/>
          <a:sy n="98" d="100"/>
        </p:scale>
        <p:origin x="1018" y="-360"/>
      </p:cViewPr>
      <p:guideLst>
        <p:guide pos="452"/>
        <p:guide orient="horz" pos="162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font" Target="fonts/font7.fntdata"/><Relationship Id="rId39" Type="http://schemas.openxmlformats.org/officeDocument/2006/relationships/font" Target="fonts/font20.fntdata"/><Relationship Id="rId21" Type="http://schemas.openxmlformats.org/officeDocument/2006/relationships/font" Target="fonts/font2.fntdata"/><Relationship Id="rId34" Type="http://schemas.openxmlformats.org/officeDocument/2006/relationships/font" Target="fonts/font15.fntdata"/><Relationship Id="rId42" Type="http://schemas.openxmlformats.org/officeDocument/2006/relationships/font" Target="fonts/font23.fntdata"/><Relationship Id="rId47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10.fntdata"/><Relationship Id="rId11" Type="http://schemas.openxmlformats.org/officeDocument/2006/relationships/slide" Target="slides/slide7.xml"/><Relationship Id="rId24" Type="http://schemas.openxmlformats.org/officeDocument/2006/relationships/font" Target="fonts/font5.fntdata"/><Relationship Id="rId32" Type="http://schemas.openxmlformats.org/officeDocument/2006/relationships/font" Target="fonts/font13.fntdata"/><Relationship Id="rId37" Type="http://schemas.openxmlformats.org/officeDocument/2006/relationships/font" Target="fonts/font18.fntdata"/><Relationship Id="rId40" Type="http://schemas.openxmlformats.org/officeDocument/2006/relationships/font" Target="fonts/font21.fntdata"/><Relationship Id="rId45" Type="http://schemas.openxmlformats.org/officeDocument/2006/relationships/font" Target="fonts/font26.fntdata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font" Target="fonts/font4.fntdata"/><Relationship Id="rId28" Type="http://schemas.openxmlformats.org/officeDocument/2006/relationships/font" Target="fonts/font9.fntdata"/><Relationship Id="rId36" Type="http://schemas.openxmlformats.org/officeDocument/2006/relationships/font" Target="fonts/font17.fntdata"/><Relationship Id="rId49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notesMaster" Target="notesMasters/notesMaster1.xml"/><Relationship Id="rId31" Type="http://schemas.openxmlformats.org/officeDocument/2006/relationships/font" Target="fonts/font12.fntdata"/><Relationship Id="rId44" Type="http://schemas.openxmlformats.org/officeDocument/2006/relationships/font" Target="fonts/font25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font" Target="fonts/font3.fntdata"/><Relationship Id="rId27" Type="http://schemas.openxmlformats.org/officeDocument/2006/relationships/font" Target="fonts/font8.fntdata"/><Relationship Id="rId30" Type="http://schemas.openxmlformats.org/officeDocument/2006/relationships/font" Target="fonts/font11.fntdata"/><Relationship Id="rId35" Type="http://schemas.openxmlformats.org/officeDocument/2006/relationships/font" Target="fonts/font16.fntdata"/><Relationship Id="rId43" Type="http://schemas.openxmlformats.org/officeDocument/2006/relationships/font" Target="fonts/font24.fntdata"/><Relationship Id="rId48" Type="http://schemas.openxmlformats.org/officeDocument/2006/relationships/theme" Target="theme/theme1.xml"/><Relationship Id="rId8" Type="http://schemas.openxmlformats.org/officeDocument/2006/relationships/slide" Target="slides/slide4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font" Target="fonts/font6.fntdata"/><Relationship Id="rId33" Type="http://schemas.openxmlformats.org/officeDocument/2006/relationships/font" Target="fonts/font14.fntdata"/><Relationship Id="rId38" Type="http://schemas.openxmlformats.org/officeDocument/2006/relationships/font" Target="fonts/font19.fntdata"/><Relationship Id="rId46" Type="http://schemas.openxmlformats.org/officeDocument/2006/relationships/presProps" Target="presProps.xml"/><Relationship Id="rId20" Type="http://schemas.openxmlformats.org/officeDocument/2006/relationships/font" Target="fonts/font1.fntdata"/><Relationship Id="rId41" Type="http://schemas.openxmlformats.org/officeDocument/2006/relationships/font" Target="fonts/font22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8" name="Google Shape;8318;g3477bf48990_0_71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19" name="Google Shape;8319;g3477bf48990_0_71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5" name="Google Shape;8325;g3477bf48990_0_112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6" name="Google Shape;8326;g3477bf48990_0_112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4" name="Google Shape;8334;g3477bf48990_0_133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5" name="Google Shape;8335;g3477bf48990_0_133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3" name="Google Shape;8343;g3477bf48990_0_154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4" name="Google Shape;8344;g3477bf48990_0_154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2" name="Google Shape;8352;g33e6fd043fd_1_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3" name="Google Shape;8353;g33e6fd043fd_1_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3" name="Google Shape;8363;g3477bf48990_0_175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4" name="Google Shape;8364;g3477bf48990_0_175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0" name="Google Shape;8380;g3477bf48990_0_196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1" name="Google Shape;8381;g3477bf48990_0_196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7" name="Google Shape;8387;g3477bf48990_0_321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8" name="Google Shape;8388;g3477bf48990_0_321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7" name="Google Shape;8407;g3477bf48990_0_217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8" name="Google Shape;8408;g3477bf48990_0_217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0" name="Google Shape;8420;g3477bf48990_0_238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21" name="Google Shape;8421;g3477bf48990_0_238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0" name="Google Shape;8430;g3477bf48990_0_258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1" name="Google Shape;8431;g3477bf48990_0_258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8" name="Google Shape;8438;g3470c5e8fa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9" name="Google Shape;8439;g3470c5e8fa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6" name="Google Shape;8446;g33e6fd043fd_1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7" name="Google Shape;8447;g33e6fd043fd_1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4" name="Google Shape;8454;g3477bf48990_0_279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55" name="Google Shape;8455;g3477bf48990_0_279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65100" y="0"/>
            <a:ext cx="9013800" cy="5095450"/>
            <a:chOff x="65100" y="0"/>
            <a:chExt cx="9013800" cy="5095450"/>
          </a:xfrm>
        </p:grpSpPr>
        <p:sp>
          <p:nvSpPr>
            <p:cNvPr id="10" name="Google Shape;10;p2"/>
            <p:cNvSpPr/>
            <p:nvPr/>
          </p:nvSpPr>
          <p:spPr>
            <a:xfrm>
              <a:off x="65100" y="0"/>
              <a:ext cx="9013484" cy="446985"/>
            </a:xfrm>
            <a:custGeom>
              <a:avLst/>
              <a:gdLst/>
              <a:ahLst/>
              <a:cxnLst/>
              <a:rect l="l" t="t" r="r" b="b"/>
              <a:pathLst>
                <a:path w="282311" h="14000" extrusionOk="0">
                  <a:moveTo>
                    <a:pt x="26218" y="0"/>
                  </a:moveTo>
                  <a:lnTo>
                    <a:pt x="24317" y="1619"/>
                  </a:lnTo>
                  <a:lnTo>
                    <a:pt x="26926" y="3358"/>
                  </a:lnTo>
                  <a:lnTo>
                    <a:pt x="26137" y="3743"/>
                  </a:lnTo>
                  <a:lnTo>
                    <a:pt x="25773" y="4673"/>
                  </a:lnTo>
                  <a:lnTo>
                    <a:pt x="26926" y="5725"/>
                  </a:lnTo>
                  <a:lnTo>
                    <a:pt x="26926" y="6049"/>
                  </a:lnTo>
                  <a:cubicBezTo>
                    <a:pt x="27655" y="6332"/>
                    <a:pt x="28160" y="7040"/>
                    <a:pt x="28160" y="7849"/>
                  </a:cubicBezTo>
                  <a:cubicBezTo>
                    <a:pt x="28160" y="8942"/>
                    <a:pt x="27270" y="9832"/>
                    <a:pt x="26178" y="9832"/>
                  </a:cubicBezTo>
                  <a:cubicBezTo>
                    <a:pt x="25106" y="9832"/>
                    <a:pt x="24215" y="8942"/>
                    <a:pt x="24215" y="7849"/>
                  </a:cubicBezTo>
                  <a:cubicBezTo>
                    <a:pt x="24215" y="7121"/>
                    <a:pt x="24620" y="6494"/>
                    <a:pt x="25227" y="6150"/>
                  </a:cubicBezTo>
                  <a:lnTo>
                    <a:pt x="24741" y="6069"/>
                  </a:lnTo>
                  <a:lnTo>
                    <a:pt x="24782" y="5725"/>
                  </a:lnTo>
                  <a:lnTo>
                    <a:pt x="25490" y="5725"/>
                  </a:lnTo>
                  <a:lnTo>
                    <a:pt x="25490" y="5037"/>
                  </a:lnTo>
                  <a:lnTo>
                    <a:pt x="22698" y="2853"/>
                  </a:lnTo>
                  <a:lnTo>
                    <a:pt x="19401" y="2853"/>
                  </a:lnTo>
                  <a:lnTo>
                    <a:pt x="19016" y="3116"/>
                  </a:lnTo>
                  <a:lnTo>
                    <a:pt x="19482" y="4046"/>
                  </a:lnTo>
                  <a:lnTo>
                    <a:pt x="19482" y="4936"/>
                  </a:lnTo>
                  <a:lnTo>
                    <a:pt x="19016" y="5563"/>
                  </a:lnTo>
                  <a:lnTo>
                    <a:pt x="19016" y="5867"/>
                  </a:lnTo>
                  <a:lnTo>
                    <a:pt x="19077" y="5887"/>
                  </a:lnTo>
                  <a:lnTo>
                    <a:pt x="19097" y="5887"/>
                  </a:lnTo>
                  <a:cubicBezTo>
                    <a:pt x="20169" y="5887"/>
                    <a:pt x="21060" y="6777"/>
                    <a:pt x="21060" y="7849"/>
                  </a:cubicBezTo>
                  <a:cubicBezTo>
                    <a:pt x="21060" y="8942"/>
                    <a:pt x="20169" y="9832"/>
                    <a:pt x="19097" y="9832"/>
                  </a:cubicBezTo>
                  <a:cubicBezTo>
                    <a:pt x="18005" y="9832"/>
                    <a:pt x="17115" y="8942"/>
                    <a:pt x="17115" y="7849"/>
                  </a:cubicBezTo>
                  <a:cubicBezTo>
                    <a:pt x="17115" y="7364"/>
                    <a:pt x="17317" y="6899"/>
                    <a:pt x="17620" y="6555"/>
                  </a:cubicBezTo>
                  <a:lnTo>
                    <a:pt x="17620" y="6555"/>
                  </a:lnTo>
                  <a:lnTo>
                    <a:pt x="17560" y="6575"/>
                  </a:lnTo>
                  <a:lnTo>
                    <a:pt x="17641" y="6534"/>
                  </a:lnTo>
                  <a:cubicBezTo>
                    <a:pt x="17802" y="6373"/>
                    <a:pt x="17964" y="6231"/>
                    <a:pt x="18167" y="6130"/>
                  </a:cubicBezTo>
                  <a:lnTo>
                    <a:pt x="17802" y="5361"/>
                  </a:lnTo>
                  <a:lnTo>
                    <a:pt x="17054" y="5219"/>
                  </a:lnTo>
                  <a:lnTo>
                    <a:pt x="17054" y="3338"/>
                  </a:lnTo>
                  <a:lnTo>
                    <a:pt x="16467" y="2853"/>
                  </a:lnTo>
                  <a:lnTo>
                    <a:pt x="13777" y="2853"/>
                  </a:lnTo>
                  <a:lnTo>
                    <a:pt x="13777" y="4107"/>
                  </a:lnTo>
                  <a:lnTo>
                    <a:pt x="12988" y="4107"/>
                  </a:lnTo>
                  <a:lnTo>
                    <a:pt x="12988" y="4633"/>
                  </a:lnTo>
                  <a:lnTo>
                    <a:pt x="13372" y="5139"/>
                  </a:lnTo>
                  <a:lnTo>
                    <a:pt x="12806" y="6130"/>
                  </a:lnTo>
                  <a:cubicBezTo>
                    <a:pt x="13493" y="6433"/>
                    <a:pt x="13959" y="7121"/>
                    <a:pt x="13959" y="7910"/>
                  </a:cubicBezTo>
                  <a:cubicBezTo>
                    <a:pt x="13959" y="9002"/>
                    <a:pt x="13089" y="9893"/>
                    <a:pt x="11996" y="9893"/>
                  </a:cubicBezTo>
                  <a:cubicBezTo>
                    <a:pt x="10904" y="9893"/>
                    <a:pt x="10034" y="9002"/>
                    <a:pt x="10034" y="7910"/>
                  </a:cubicBezTo>
                  <a:cubicBezTo>
                    <a:pt x="10034" y="6979"/>
                    <a:pt x="10681" y="6211"/>
                    <a:pt x="11531" y="6008"/>
                  </a:cubicBezTo>
                  <a:lnTo>
                    <a:pt x="11025" y="5179"/>
                  </a:lnTo>
                  <a:lnTo>
                    <a:pt x="11572" y="3925"/>
                  </a:lnTo>
                  <a:lnTo>
                    <a:pt x="11531" y="2853"/>
                  </a:lnTo>
                  <a:lnTo>
                    <a:pt x="10924" y="1902"/>
                  </a:lnTo>
                  <a:lnTo>
                    <a:pt x="9104" y="2327"/>
                  </a:lnTo>
                  <a:lnTo>
                    <a:pt x="9913" y="2853"/>
                  </a:lnTo>
                  <a:lnTo>
                    <a:pt x="5300" y="2853"/>
                  </a:lnTo>
                  <a:lnTo>
                    <a:pt x="4835" y="3176"/>
                  </a:lnTo>
                  <a:lnTo>
                    <a:pt x="5300" y="4107"/>
                  </a:lnTo>
                  <a:lnTo>
                    <a:pt x="5300" y="4997"/>
                  </a:lnTo>
                  <a:lnTo>
                    <a:pt x="4835" y="5624"/>
                  </a:lnTo>
                  <a:lnTo>
                    <a:pt x="4835" y="5928"/>
                  </a:lnTo>
                  <a:lnTo>
                    <a:pt x="4896" y="5948"/>
                  </a:lnTo>
                  <a:cubicBezTo>
                    <a:pt x="5988" y="5948"/>
                    <a:pt x="6858" y="6838"/>
                    <a:pt x="6858" y="7910"/>
                  </a:cubicBezTo>
                  <a:cubicBezTo>
                    <a:pt x="6858" y="9002"/>
                    <a:pt x="5988" y="9893"/>
                    <a:pt x="4896" y="9893"/>
                  </a:cubicBezTo>
                  <a:cubicBezTo>
                    <a:pt x="3803" y="9893"/>
                    <a:pt x="2933" y="9002"/>
                    <a:pt x="2933" y="7910"/>
                  </a:cubicBezTo>
                  <a:cubicBezTo>
                    <a:pt x="2933" y="7425"/>
                    <a:pt x="3115" y="6959"/>
                    <a:pt x="3439" y="6615"/>
                  </a:cubicBezTo>
                  <a:lnTo>
                    <a:pt x="3378" y="6615"/>
                  </a:lnTo>
                  <a:lnTo>
                    <a:pt x="3459" y="6595"/>
                  </a:lnTo>
                  <a:cubicBezTo>
                    <a:pt x="3601" y="6433"/>
                    <a:pt x="3783" y="6292"/>
                    <a:pt x="3985" y="6191"/>
                  </a:cubicBezTo>
                  <a:lnTo>
                    <a:pt x="3621" y="5402"/>
                  </a:lnTo>
                  <a:lnTo>
                    <a:pt x="2873" y="5280"/>
                  </a:lnTo>
                  <a:lnTo>
                    <a:pt x="2873" y="3399"/>
                  </a:lnTo>
                  <a:lnTo>
                    <a:pt x="1679" y="1801"/>
                  </a:lnTo>
                  <a:lnTo>
                    <a:pt x="1153" y="2853"/>
                  </a:lnTo>
                  <a:lnTo>
                    <a:pt x="0" y="2853"/>
                  </a:lnTo>
                  <a:lnTo>
                    <a:pt x="0" y="13999"/>
                  </a:lnTo>
                  <a:lnTo>
                    <a:pt x="282311" y="13999"/>
                  </a:lnTo>
                  <a:lnTo>
                    <a:pt x="282311" y="2853"/>
                  </a:lnTo>
                  <a:lnTo>
                    <a:pt x="278103" y="2853"/>
                  </a:lnTo>
                  <a:lnTo>
                    <a:pt x="277193" y="749"/>
                  </a:lnTo>
                  <a:lnTo>
                    <a:pt x="276525" y="2428"/>
                  </a:lnTo>
                  <a:lnTo>
                    <a:pt x="278265" y="4896"/>
                  </a:lnTo>
                  <a:lnTo>
                    <a:pt x="277779" y="5826"/>
                  </a:lnTo>
                  <a:lnTo>
                    <a:pt x="277840" y="5847"/>
                  </a:lnTo>
                  <a:lnTo>
                    <a:pt x="277860" y="5847"/>
                  </a:lnTo>
                  <a:cubicBezTo>
                    <a:pt x="278002" y="5847"/>
                    <a:pt x="278123" y="5867"/>
                    <a:pt x="278265" y="5887"/>
                  </a:cubicBezTo>
                  <a:cubicBezTo>
                    <a:pt x="278326" y="5907"/>
                    <a:pt x="278386" y="5907"/>
                    <a:pt x="278447" y="5928"/>
                  </a:cubicBezTo>
                  <a:cubicBezTo>
                    <a:pt x="278568" y="5968"/>
                    <a:pt x="278690" y="6029"/>
                    <a:pt x="278791" y="6089"/>
                  </a:cubicBezTo>
                  <a:cubicBezTo>
                    <a:pt x="279418" y="6413"/>
                    <a:pt x="279823" y="7060"/>
                    <a:pt x="279823" y="7809"/>
                  </a:cubicBezTo>
                  <a:cubicBezTo>
                    <a:pt x="279823" y="8557"/>
                    <a:pt x="279418" y="9205"/>
                    <a:pt x="278791" y="9549"/>
                  </a:cubicBezTo>
                  <a:cubicBezTo>
                    <a:pt x="278690" y="9609"/>
                    <a:pt x="278568" y="9650"/>
                    <a:pt x="278447" y="9690"/>
                  </a:cubicBezTo>
                  <a:cubicBezTo>
                    <a:pt x="278386" y="9710"/>
                    <a:pt x="278326" y="9731"/>
                    <a:pt x="278265" y="9731"/>
                  </a:cubicBezTo>
                  <a:cubicBezTo>
                    <a:pt x="278123" y="9771"/>
                    <a:pt x="278002" y="9771"/>
                    <a:pt x="277860" y="9771"/>
                  </a:cubicBezTo>
                  <a:cubicBezTo>
                    <a:pt x="277658" y="9771"/>
                    <a:pt x="277456" y="9751"/>
                    <a:pt x="277274" y="9690"/>
                  </a:cubicBezTo>
                  <a:cubicBezTo>
                    <a:pt x="276485" y="9447"/>
                    <a:pt x="275898" y="8699"/>
                    <a:pt x="275898" y="7809"/>
                  </a:cubicBezTo>
                  <a:cubicBezTo>
                    <a:pt x="275898" y="7688"/>
                    <a:pt x="275898" y="7566"/>
                    <a:pt x="275938" y="7445"/>
                  </a:cubicBezTo>
                  <a:cubicBezTo>
                    <a:pt x="275999" y="7101"/>
                    <a:pt x="276161" y="6777"/>
                    <a:pt x="276383" y="6514"/>
                  </a:cubicBezTo>
                  <a:lnTo>
                    <a:pt x="276343" y="6514"/>
                  </a:lnTo>
                  <a:lnTo>
                    <a:pt x="276424" y="6494"/>
                  </a:lnTo>
                  <a:cubicBezTo>
                    <a:pt x="276485" y="6413"/>
                    <a:pt x="276566" y="6332"/>
                    <a:pt x="276667" y="6271"/>
                  </a:cubicBezTo>
                  <a:cubicBezTo>
                    <a:pt x="276748" y="6191"/>
                    <a:pt x="276849" y="6130"/>
                    <a:pt x="276930" y="6089"/>
                  </a:cubicBezTo>
                  <a:lnTo>
                    <a:pt x="276566" y="5300"/>
                  </a:lnTo>
                  <a:lnTo>
                    <a:pt x="275837" y="5159"/>
                  </a:lnTo>
                  <a:lnTo>
                    <a:pt x="275837" y="3298"/>
                  </a:lnTo>
                  <a:lnTo>
                    <a:pt x="275291" y="2853"/>
                  </a:lnTo>
                  <a:lnTo>
                    <a:pt x="272540" y="2853"/>
                  </a:lnTo>
                  <a:lnTo>
                    <a:pt x="272540" y="4006"/>
                  </a:lnTo>
                  <a:lnTo>
                    <a:pt x="271751" y="4006"/>
                  </a:lnTo>
                  <a:lnTo>
                    <a:pt x="271751" y="4511"/>
                  </a:lnTo>
                  <a:lnTo>
                    <a:pt x="272155" y="5037"/>
                  </a:lnTo>
                  <a:lnTo>
                    <a:pt x="271751" y="5442"/>
                  </a:lnTo>
                  <a:lnTo>
                    <a:pt x="272742" y="5847"/>
                  </a:lnTo>
                  <a:lnTo>
                    <a:pt x="271589" y="6029"/>
                  </a:lnTo>
                  <a:cubicBezTo>
                    <a:pt x="271751" y="6110"/>
                    <a:pt x="271913" y="6211"/>
                    <a:pt x="272054" y="6332"/>
                  </a:cubicBezTo>
                  <a:cubicBezTo>
                    <a:pt x="272459" y="6676"/>
                    <a:pt x="272742" y="7222"/>
                    <a:pt x="272742" y="7809"/>
                  </a:cubicBezTo>
                  <a:cubicBezTo>
                    <a:pt x="272742" y="8760"/>
                    <a:pt x="272054" y="9549"/>
                    <a:pt x="271164" y="9731"/>
                  </a:cubicBezTo>
                  <a:cubicBezTo>
                    <a:pt x="271043" y="9771"/>
                    <a:pt x="270901" y="9771"/>
                    <a:pt x="270760" y="9771"/>
                  </a:cubicBezTo>
                  <a:lnTo>
                    <a:pt x="270557" y="9771"/>
                  </a:lnTo>
                  <a:cubicBezTo>
                    <a:pt x="269910" y="9710"/>
                    <a:pt x="269343" y="9306"/>
                    <a:pt x="269040" y="8760"/>
                  </a:cubicBezTo>
                  <a:cubicBezTo>
                    <a:pt x="268878" y="8476"/>
                    <a:pt x="268797" y="8153"/>
                    <a:pt x="268797" y="7809"/>
                  </a:cubicBezTo>
                  <a:cubicBezTo>
                    <a:pt x="268797" y="7121"/>
                    <a:pt x="269161" y="6514"/>
                    <a:pt x="269708" y="6150"/>
                  </a:cubicBezTo>
                  <a:cubicBezTo>
                    <a:pt x="269890" y="6049"/>
                    <a:pt x="270092" y="5948"/>
                    <a:pt x="270314" y="5907"/>
                  </a:cubicBezTo>
                  <a:lnTo>
                    <a:pt x="269788" y="5078"/>
                  </a:lnTo>
                  <a:lnTo>
                    <a:pt x="270355" y="3824"/>
                  </a:lnTo>
                  <a:lnTo>
                    <a:pt x="270314" y="2853"/>
                  </a:lnTo>
                  <a:lnTo>
                    <a:pt x="266531" y="2853"/>
                  </a:lnTo>
                  <a:lnTo>
                    <a:pt x="265115" y="1437"/>
                  </a:lnTo>
                  <a:lnTo>
                    <a:pt x="264792" y="2145"/>
                  </a:lnTo>
                  <a:lnTo>
                    <a:pt x="264043" y="2145"/>
                  </a:lnTo>
                  <a:lnTo>
                    <a:pt x="262566" y="4248"/>
                  </a:lnTo>
                  <a:lnTo>
                    <a:pt x="263962" y="5867"/>
                  </a:lnTo>
                  <a:lnTo>
                    <a:pt x="263942" y="5867"/>
                  </a:lnTo>
                  <a:cubicBezTo>
                    <a:pt x="264893" y="6008"/>
                    <a:pt x="265641" y="6818"/>
                    <a:pt x="265641" y="7809"/>
                  </a:cubicBezTo>
                  <a:cubicBezTo>
                    <a:pt x="265641" y="8760"/>
                    <a:pt x="264974" y="9549"/>
                    <a:pt x="264063" y="9731"/>
                  </a:cubicBezTo>
                  <a:cubicBezTo>
                    <a:pt x="263942" y="9771"/>
                    <a:pt x="263800" y="9771"/>
                    <a:pt x="263679" y="9771"/>
                  </a:cubicBezTo>
                  <a:lnTo>
                    <a:pt x="263477" y="9771"/>
                  </a:lnTo>
                  <a:cubicBezTo>
                    <a:pt x="263335" y="9751"/>
                    <a:pt x="263214" y="9731"/>
                    <a:pt x="263092" y="9690"/>
                  </a:cubicBezTo>
                  <a:cubicBezTo>
                    <a:pt x="263032" y="9670"/>
                    <a:pt x="262971" y="9650"/>
                    <a:pt x="262910" y="9630"/>
                  </a:cubicBezTo>
                  <a:cubicBezTo>
                    <a:pt x="262202" y="9326"/>
                    <a:pt x="261696" y="8618"/>
                    <a:pt x="261696" y="7809"/>
                  </a:cubicBezTo>
                  <a:cubicBezTo>
                    <a:pt x="261696" y="7445"/>
                    <a:pt x="261818" y="7101"/>
                    <a:pt x="261980" y="6797"/>
                  </a:cubicBezTo>
                  <a:cubicBezTo>
                    <a:pt x="262040" y="6716"/>
                    <a:pt x="262121" y="6615"/>
                    <a:pt x="262202" y="6534"/>
                  </a:cubicBezTo>
                  <a:lnTo>
                    <a:pt x="262182" y="6534"/>
                  </a:lnTo>
                  <a:lnTo>
                    <a:pt x="262121" y="5644"/>
                  </a:lnTo>
                  <a:lnTo>
                    <a:pt x="261474" y="5442"/>
                  </a:lnTo>
                  <a:lnTo>
                    <a:pt x="261474" y="3864"/>
                  </a:lnTo>
                  <a:lnTo>
                    <a:pt x="261939" y="3864"/>
                  </a:lnTo>
                  <a:lnTo>
                    <a:pt x="261939" y="2853"/>
                  </a:lnTo>
                  <a:lnTo>
                    <a:pt x="258864" y="2853"/>
                  </a:lnTo>
                  <a:lnTo>
                    <a:pt x="257792" y="3945"/>
                  </a:lnTo>
                  <a:lnTo>
                    <a:pt x="257792" y="6049"/>
                  </a:lnTo>
                  <a:lnTo>
                    <a:pt x="257529" y="6110"/>
                  </a:lnTo>
                  <a:cubicBezTo>
                    <a:pt x="258136" y="6433"/>
                    <a:pt x="258541" y="7081"/>
                    <a:pt x="258541" y="7809"/>
                  </a:cubicBezTo>
                  <a:cubicBezTo>
                    <a:pt x="258541" y="8618"/>
                    <a:pt x="258055" y="9326"/>
                    <a:pt x="257347" y="9630"/>
                  </a:cubicBezTo>
                  <a:cubicBezTo>
                    <a:pt x="257286" y="9650"/>
                    <a:pt x="257226" y="9670"/>
                    <a:pt x="257165" y="9690"/>
                  </a:cubicBezTo>
                  <a:cubicBezTo>
                    <a:pt x="257044" y="9731"/>
                    <a:pt x="256902" y="9751"/>
                    <a:pt x="256781" y="9771"/>
                  </a:cubicBezTo>
                  <a:lnTo>
                    <a:pt x="256376" y="9771"/>
                  </a:lnTo>
                  <a:cubicBezTo>
                    <a:pt x="256234" y="9751"/>
                    <a:pt x="256113" y="9731"/>
                    <a:pt x="255992" y="9690"/>
                  </a:cubicBezTo>
                  <a:cubicBezTo>
                    <a:pt x="255931" y="9670"/>
                    <a:pt x="255870" y="9650"/>
                    <a:pt x="255809" y="9630"/>
                  </a:cubicBezTo>
                  <a:cubicBezTo>
                    <a:pt x="255101" y="9326"/>
                    <a:pt x="254616" y="8618"/>
                    <a:pt x="254616" y="7809"/>
                  </a:cubicBezTo>
                  <a:cubicBezTo>
                    <a:pt x="254616" y="7303"/>
                    <a:pt x="254798" y="6838"/>
                    <a:pt x="255122" y="6494"/>
                  </a:cubicBezTo>
                  <a:lnTo>
                    <a:pt x="256983" y="4491"/>
                  </a:lnTo>
                  <a:lnTo>
                    <a:pt x="257509" y="2832"/>
                  </a:lnTo>
                  <a:lnTo>
                    <a:pt x="254474" y="1437"/>
                  </a:lnTo>
                  <a:lnTo>
                    <a:pt x="254009" y="2832"/>
                  </a:lnTo>
                  <a:lnTo>
                    <a:pt x="254009" y="2853"/>
                  </a:lnTo>
                  <a:lnTo>
                    <a:pt x="250226" y="2853"/>
                  </a:lnTo>
                  <a:lnTo>
                    <a:pt x="250226" y="3318"/>
                  </a:lnTo>
                  <a:lnTo>
                    <a:pt x="249437" y="3702"/>
                  </a:lnTo>
                  <a:lnTo>
                    <a:pt x="249073" y="4633"/>
                  </a:lnTo>
                  <a:lnTo>
                    <a:pt x="250226" y="5685"/>
                  </a:lnTo>
                  <a:lnTo>
                    <a:pt x="250226" y="5988"/>
                  </a:lnTo>
                  <a:cubicBezTo>
                    <a:pt x="250327" y="6029"/>
                    <a:pt x="250408" y="6069"/>
                    <a:pt x="250489" y="6130"/>
                  </a:cubicBezTo>
                  <a:cubicBezTo>
                    <a:pt x="250651" y="6231"/>
                    <a:pt x="250813" y="6352"/>
                    <a:pt x="250934" y="6474"/>
                  </a:cubicBezTo>
                  <a:cubicBezTo>
                    <a:pt x="251258" y="6838"/>
                    <a:pt x="251460" y="7303"/>
                    <a:pt x="251460" y="7809"/>
                  </a:cubicBezTo>
                  <a:cubicBezTo>
                    <a:pt x="251460" y="8011"/>
                    <a:pt x="251420" y="8213"/>
                    <a:pt x="251359" y="8396"/>
                  </a:cubicBezTo>
                  <a:cubicBezTo>
                    <a:pt x="251318" y="8517"/>
                    <a:pt x="251278" y="8638"/>
                    <a:pt x="251217" y="8760"/>
                  </a:cubicBezTo>
                  <a:cubicBezTo>
                    <a:pt x="251096" y="8982"/>
                    <a:pt x="250934" y="9164"/>
                    <a:pt x="250732" y="9326"/>
                  </a:cubicBezTo>
                  <a:cubicBezTo>
                    <a:pt x="250388" y="9609"/>
                    <a:pt x="249963" y="9771"/>
                    <a:pt x="249477" y="9771"/>
                  </a:cubicBezTo>
                  <a:cubicBezTo>
                    <a:pt x="248871" y="9771"/>
                    <a:pt x="248324" y="9508"/>
                    <a:pt x="247960" y="9063"/>
                  </a:cubicBezTo>
                  <a:cubicBezTo>
                    <a:pt x="247920" y="9023"/>
                    <a:pt x="247879" y="8962"/>
                    <a:pt x="247859" y="8922"/>
                  </a:cubicBezTo>
                  <a:cubicBezTo>
                    <a:pt x="247778" y="8800"/>
                    <a:pt x="247717" y="8699"/>
                    <a:pt x="247677" y="8578"/>
                  </a:cubicBezTo>
                  <a:cubicBezTo>
                    <a:pt x="247576" y="8335"/>
                    <a:pt x="247515" y="8092"/>
                    <a:pt x="247515" y="7809"/>
                  </a:cubicBezTo>
                  <a:cubicBezTo>
                    <a:pt x="247515" y="7728"/>
                    <a:pt x="247515" y="7627"/>
                    <a:pt x="247535" y="7546"/>
                  </a:cubicBezTo>
                  <a:cubicBezTo>
                    <a:pt x="247576" y="7182"/>
                    <a:pt x="247738" y="6858"/>
                    <a:pt x="247940" y="6595"/>
                  </a:cubicBezTo>
                  <a:cubicBezTo>
                    <a:pt x="248102" y="6393"/>
                    <a:pt x="248304" y="6231"/>
                    <a:pt x="248527" y="6110"/>
                  </a:cubicBezTo>
                  <a:lnTo>
                    <a:pt x="248041" y="6029"/>
                  </a:lnTo>
                  <a:lnTo>
                    <a:pt x="248082" y="5685"/>
                  </a:lnTo>
                  <a:lnTo>
                    <a:pt x="248790" y="5685"/>
                  </a:lnTo>
                  <a:lnTo>
                    <a:pt x="248790" y="4997"/>
                  </a:lnTo>
                  <a:lnTo>
                    <a:pt x="247151" y="1194"/>
                  </a:lnTo>
                  <a:lnTo>
                    <a:pt x="246059" y="2853"/>
                  </a:lnTo>
                  <a:lnTo>
                    <a:pt x="242640" y="2853"/>
                  </a:lnTo>
                  <a:lnTo>
                    <a:pt x="242316" y="3075"/>
                  </a:lnTo>
                  <a:lnTo>
                    <a:pt x="242781" y="4006"/>
                  </a:lnTo>
                  <a:lnTo>
                    <a:pt x="242781" y="4896"/>
                  </a:lnTo>
                  <a:lnTo>
                    <a:pt x="242316" y="5523"/>
                  </a:lnTo>
                  <a:lnTo>
                    <a:pt x="242316" y="5826"/>
                  </a:lnTo>
                  <a:lnTo>
                    <a:pt x="242377" y="5847"/>
                  </a:lnTo>
                  <a:lnTo>
                    <a:pt x="242397" y="5847"/>
                  </a:lnTo>
                  <a:cubicBezTo>
                    <a:pt x="242518" y="5847"/>
                    <a:pt x="242660" y="5867"/>
                    <a:pt x="242781" y="5887"/>
                  </a:cubicBezTo>
                  <a:cubicBezTo>
                    <a:pt x="242842" y="5907"/>
                    <a:pt x="242903" y="5907"/>
                    <a:pt x="242963" y="5928"/>
                  </a:cubicBezTo>
                  <a:cubicBezTo>
                    <a:pt x="243105" y="5968"/>
                    <a:pt x="243206" y="6029"/>
                    <a:pt x="243328" y="6089"/>
                  </a:cubicBezTo>
                  <a:cubicBezTo>
                    <a:pt x="243934" y="6413"/>
                    <a:pt x="244359" y="7060"/>
                    <a:pt x="244359" y="7809"/>
                  </a:cubicBezTo>
                  <a:cubicBezTo>
                    <a:pt x="244359" y="8557"/>
                    <a:pt x="243934" y="9205"/>
                    <a:pt x="243328" y="9549"/>
                  </a:cubicBezTo>
                  <a:cubicBezTo>
                    <a:pt x="243206" y="9609"/>
                    <a:pt x="243105" y="9650"/>
                    <a:pt x="242963" y="9690"/>
                  </a:cubicBezTo>
                  <a:cubicBezTo>
                    <a:pt x="242903" y="9710"/>
                    <a:pt x="242842" y="9731"/>
                    <a:pt x="242781" y="9731"/>
                  </a:cubicBezTo>
                  <a:cubicBezTo>
                    <a:pt x="242660" y="9771"/>
                    <a:pt x="242518" y="9771"/>
                    <a:pt x="242397" y="9771"/>
                  </a:cubicBezTo>
                  <a:cubicBezTo>
                    <a:pt x="242174" y="9771"/>
                    <a:pt x="241992" y="9751"/>
                    <a:pt x="241810" y="9690"/>
                  </a:cubicBezTo>
                  <a:cubicBezTo>
                    <a:pt x="241001" y="9447"/>
                    <a:pt x="240414" y="8699"/>
                    <a:pt x="240414" y="7809"/>
                  </a:cubicBezTo>
                  <a:cubicBezTo>
                    <a:pt x="240414" y="7566"/>
                    <a:pt x="240475" y="7323"/>
                    <a:pt x="240556" y="7101"/>
                  </a:cubicBezTo>
                  <a:cubicBezTo>
                    <a:pt x="240637" y="6878"/>
                    <a:pt x="240758" y="6696"/>
                    <a:pt x="240920" y="6514"/>
                  </a:cubicBezTo>
                  <a:lnTo>
                    <a:pt x="240859" y="6514"/>
                  </a:lnTo>
                  <a:lnTo>
                    <a:pt x="240940" y="6494"/>
                  </a:lnTo>
                  <a:cubicBezTo>
                    <a:pt x="241021" y="6413"/>
                    <a:pt x="241102" y="6332"/>
                    <a:pt x="241183" y="6271"/>
                  </a:cubicBezTo>
                  <a:cubicBezTo>
                    <a:pt x="241264" y="6191"/>
                    <a:pt x="241365" y="6130"/>
                    <a:pt x="241466" y="6089"/>
                  </a:cubicBezTo>
                  <a:lnTo>
                    <a:pt x="241102" y="5300"/>
                  </a:lnTo>
                  <a:lnTo>
                    <a:pt x="240354" y="5159"/>
                  </a:lnTo>
                  <a:lnTo>
                    <a:pt x="240354" y="3298"/>
                  </a:lnTo>
                  <a:lnTo>
                    <a:pt x="239828" y="2853"/>
                  </a:lnTo>
                  <a:lnTo>
                    <a:pt x="237076" y="2853"/>
                  </a:lnTo>
                  <a:lnTo>
                    <a:pt x="237076" y="4006"/>
                  </a:lnTo>
                  <a:lnTo>
                    <a:pt x="236287" y="4006"/>
                  </a:lnTo>
                  <a:lnTo>
                    <a:pt x="236287" y="4511"/>
                  </a:lnTo>
                  <a:lnTo>
                    <a:pt x="236672" y="5037"/>
                  </a:lnTo>
                  <a:lnTo>
                    <a:pt x="236550" y="5786"/>
                  </a:lnTo>
                  <a:lnTo>
                    <a:pt x="236105" y="6029"/>
                  </a:lnTo>
                  <a:cubicBezTo>
                    <a:pt x="236368" y="6150"/>
                    <a:pt x="236591" y="6312"/>
                    <a:pt x="236773" y="6514"/>
                  </a:cubicBezTo>
                  <a:cubicBezTo>
                    <a:pt x="237076" y="6858"/>
                    <a:pt x="237258" y="7323"/>
                    <a:pt x="237258" y="7809"/>
                  </a:cubicBezTo>
                  <a:cubicBezTo>
                    <a:pt x="237258" y="8699"/>
                    <a:pt x="236672" y="9447"/>
                    <a:pt x="235883" y="9690"/>
                  </a:cubicBezTo>
                  <a:cubicBezTo>
                    <a:pt x="235701" y="9751"/>
                    <a:pt x="235498" y="9771"/>
                    <a:pt x="235296" y="9771"/>
                  </a:cubicBezTo>
                  <a:cubicBezTo>
                    <a:pt x="234952" y="9771"/>
                    <a:pt x="234629" y="9690"/>
                    <a:pt x="234345" y="9549"/>
                  </a:cubicBezTo>
                  <a:cubicBezTo>
                    <a:pt x="233738" y="9205"/>
                    <a:pt x="233334" y="8557"/>
                    <a:pt x="233334" y="7809"/>
                  </a:cubicBezTo>
                  <a:cubicBezTo>
                    <a:pt x="233334" y="6878"/>
                    <a:pt x="233981" y="6110"/>
                    <a:pt x="234831" y="5907"/>
                  </a:cubicBezTo>
                  <a:lnTo>
                    <a:pt x="234325" y="5078"/>
                  </a:lnTo>
                  <a:lnTo>
                    <a:pt x="234871" y="3824"/>
                  </a:lnTo>
                  <a:lnTo>
                    <a:pt x="234831" y="2853"/>
                  </a:lnTo>
                  <a:lnTo>
                    <a:pt x="227487" y="2853"/>
                  </a:lnTo>
                  <a:lnTo>
                    <a:pt x="227487" y="3601"/>
                  </a:lnTo>
                  <a:lnTo>
                    <a:pt x="228317" y="4350"/>
                  </a:lnTo>
                  <a:lnTo>
                    <a:pt x="228317" y="5240"/>
                  </a:lnTo>
                  <a:lnTo>
                    <a:pt x="228863" y="5968"/>
                  </a:lnTo>
                  <a:cubicBezTo>
                    <a:pt x="229126" y="6069"/>
                    <a:pt x="229369" y="6211"/>
                    <a:pt x="229551" y="6393"/>
                  </a:cubicBezTo>
                  <a:cubicBezTo>
                    <a:pt x="229753" y="6595"/>
                    <a:pt x="229915" y="6818"/>
                    <a:pt x="230016" y="7081"/>
                  </a:cubicBezTo>
                  <a:cubicBezTo>
                    <a:pt x="230117" y="7323"/>
                    <a:pt x="230178" y="7586"/>
                    <a:pt x="230178" y="7849"/>
                  </a:cubicBezTo>
                  <a:cubicBezTo>
                    <a:pt x="230178" y="8881"/>
                    <a:pt x="229409" y="9710"/>
                    <a:pt x="228418" y="9812"/>
                  </a:cubicBezTo>
                  <a:cubicBezTo>
                    <a:pt x="228357" y="9832"/>
                    <a:pt x="228276" y="9832"/>
                    <a:pt x="228216" y="9832"/>
                  </a:cubicBezTo>
                  <a:cubicBezTo>
                    <a:pt x="228114" y="9832"/>
                    <a:pt x="228013" y="9812"/>
                    <a:pt x="227912" y="9812"/>
                  </a:cubicBezTo>
                  <a:cubicBezTo>
                    <a:pt x="227710" y="9771"/>
                    <a:pt x="227528" y="9710"/>
                    <a:pt x="227346" y="9630"/>
                  </a:cubicBezTo>
                  <a:cubicBezTo>
                    <a:pt x="227103" y="9508"/>
                    <a:pt x="226860" y="9326"/>
                    <a:pt x="226678" y="9083"/>
                  </a:cubicBezTo>
                  <a:cubicBezTo>
                    <a:pt x="226577" y="8942"/>
                    <a:pt x="226476" y="8780"/>
                    <a:pt x="226395" y="8598"/>
                  </a:cubicBezTo>
                  <a:cubicBezTo>
                    <a:pt x="226334" y="8476"/>
                    <a:pt x="226294" y="8355"/>
                    <a:pt x="226274" y="8213"/>
                  </a:cubicBezTo>
                  <a:cubicBezTo>
                    <a:pt x="226253" y="8092"/>
                    <a:pt x="226233" y="7950"/>
                    <a:pt x="226233" y="7809"/>
                  </a:cubicBezTo>
                  <a:cubicBezTo>
                    <a:pt x="226233" y="7242"/>
                    <a:pt x="226476" y="6716"/>
                    <a:pt x="226880" y="6373"/>
                  </a:cubicBezTo>
                  <a:lnTo>
                    <a:pt x="226820" y="6373"/>
                  </a:lnTo>
                  <a:lnTo>
                    <a:pt x="226880" y="6110"/>
                  </a:lnTo>
                  <a:lnTo>
                    <a:pt x="226172" y="5685"/>
                  </a:lnTo>
                  <a:lnTo>
                    <a:pt x="226172" y="4815"/>
                  </a:lnTo>
                  <a:lnTo>
                    <a:pt x="226395" y="4350"/>
                  </a:lnTo>
                  <a:lnTo>
                    <a:pt x="226557" y="2853"/>
                  </a:lnTo>
                  <a:lnTo>
                    <a:pt x="223441" y="2853"/>
                  </a:lnTo>
                  <a:lnTo>
                    <a:pt x="222329" y="4006"/>
                  </a:lnTo>
                  <a:lnTo>
                    <a:pt x="222329" y="6110"/>
                  </a:lnTo>
                  <a:lnTo>
                    <a:pt x="222066" y="6150"/>
                  </a:lnTo>
                  <a:cubicBezTo>
                    <a:pt x="222673" y="6474"/>
                    <a:pt x="223097" y="7121"/>
                    <a:pt x="223097" y="7849"/>
                  </a:cubicBezTo>
                  <a:cubicBezTo>
                    <a:pt x="223097" y="8679"/>
                    <a:pt x="222592" y="9367"/>
                    <a:pt x="221884" y="9670"/>
                  </a:cubicBezTo>
                  <a:cubicBezTo>
                    <a:pt x="221823" y="9690"/>
                    <a:pt x="221762" y="9710"/>
                    <a:pt x="221702" y="9731"/>
                  </a:cubicBezTo>
                  <a:cubicBezTo>
                    <a:pt x="221580" y="9771"/>
                    <a:pt x="221459" y="9812"/>
                    <a:pt x="221317" y="9812"/>
                  </a:cubicBezTo>
                  <a:cubicBezTo>
                    <a:pt x="221256" y="9832"/>
                    <a:pt x="221196" y="9832"/>
                    <a:pt x="221115" y="9832"/>
                  </a:cubicBezTo>
                  <a:cubicBezTo>
                    <a:pt x="221054" y="9832"/>
                    <a:pt x="220993" y="9832"/>
                    <a:pt x="220913" y="9812"/>
                  </a:cubicBezTo>
                  <a:cubicBezTo>
                    <a:pt x="220791" y="9812"/>
                    <a:pt x="220670" y="9771"/>
                    <a:pt x="220528" y="9731"/>
                  </a:cubicBezTo>
                  <a:cubicBezTo>
                    <a:pt x="220468" y="9710"/>
                    <a:pt x="220407" y="9690"/>
                    <a:pt x="220366" y="9670"/>
                  </a:cubicBezTo>
                  <a:cubicBezTo>
                    <a:pt x="219658" y="9367"/>
                    <a:pt x="219153" y="8679"/>
                    <a:pt x="219153" y="7849"/>
                  </a:cubicBezTo>
                  <a:cubicBezTo>
                    <a:pt x="219153" y="7607"/>
                    <a:pt x="219213" y="7364"/>
                    <a:pt x="219294" y="7141"/>
                  </a:cubicBezTo>
                  <a:cubicBezTo>
                    <a:pt x="219375" y="6919"/>
                    <a:pt x="219517" y="6716"/>
                    <a:pt x="219658" y="6534"/>
                  </a:cubicBezTo>
                  <a:lnTo>
                    <a:pt x="220609" y="5847"/>
                  </a:lnTo>
                  <a:lnTo>
                    <a:pt x="220447" y="1902"/>
                  </a:lnTo>
                  <a:cubicBezTo>
                    <a:pt x="220447" y="1902"/>
                    <a:pt x="220306" y="2387"/>
                    <a:pt x="219800" y="2630"/>
                  </a:cubicBezTo>
                  <a:cubicBezTo>
                    <a:pt x="219372" y="2818"/>
                    <a:pt x="219132" y="2833"/>
                    <a:pt x="219069" y="2833"/>
                  </a:cubicBezTo>
                  <a:cubicBezTo>
                    <a:pt x="219057" y="2833"/>
                    <a:pt x="219051" y="2832"/>
                    <a:pt x="219051" y="2832"/>
                  </a:cubicBezTo>
                  <a:lnTo>
                    <a:pt x="219051" y="2853"/>
                  </a:lnTo>
                  <a:lnTo>
                    <a:pt x="214783" y="2853"/>
                  </a:lnTo>
                  <a:lnTo>
                    <a:pt x="214055" y="0"/>
                  </a:lnTo>
                  <a:lnTo>
                    <a:pt x="212173" y="1619"/>
                  </a:lnTo>
                  <a:lnTo>
                    <a:pt x="214783" y="3358"/>
                  </a:lnTo>
                  <a:lnTo>
                    <a:pt x="213994" y="3743"/>
                  </a:lnTo>
                  <a:lnTo>
                    <a:pt x="213610" y="4673"/>
                  </a:lnTo>
                  <a:lnTo>
                    <a:pt x="214783" y="5725"/>
                  </a:lnTo>
                  <a:lnTo>
                    <a:pt x="214783" y="6049"/>
                  </a:lnTo>
                  <a:cubicBezTo>
                    <a:pt x="214864" y="6069"/>
                    <a:pt x="214945" y="6130"/>
                    <a:pt x="215026" y="6170"/>
                  </a:cubicBezTo>
                  <a:cubicBezTo>
                    <a:pt x="215208" y="6271"/>
                    <a:pt x="215349" y="6393"/>
                    <a:pt x="215471" y="6534"/>
                  </a:cubicBezTo>
                  <a:cubicBezTo>
                    <a:pt x="215794" y="6878"/>
                    <a:pt x="215997" y="7344"/>
                    <a:pt x="215997" y="7849"/>
                  </a:cubicBezTo>
                  <a:cubicBezTo>
                    <a:pt x="215997" y="8335"/>
                    <a:pt x="215835" y="8780"/>
                    <a:pt x="215552" y="9104"/>
                  </a:cubicBezTo>
                  <a:cubicBezTo>
                    <a:pt x="215471" y="9205"/>
                    <a:pt x="215370" y="9306"/>
                    <a:pt x="215289" y="9387"/>
                  </a:cubicBezTo>
                  <a:cubicBezTo>
                    <a:pt x="215228" y="9407"/>
                    <a:pt x="215187" y="9447"/>
                    <a:pt x="215127" y="9488"/>
                  </a:cubicBezTo>
                  <a:cubicBezTo>
                    <a:pt x="215026" y="9569"/>
                    <a:pt x="214904" y="9630"/>
                    <a:pt x="214803" y="9670"/>
                  </a:cubicBezTo>
                  <a:cubicBezTo>
                    <a:pt x="214742" y="9690"/>
                    <a:pt x="214682" y="9710"/>
                    <a:pt x="214621" y="9731"/>
                  </a:cubicBezTo>
                  <a:cubicBezTo>
                    <a:pt x="214500" y="9771"/>
                    <a:pt x="214358" y="9812"/>
                    <a:pt x="214237" y="9812"/>
                  </a:cubicBezTo>
                  <a:cubicBezTo>
                    <a:pt x="214156" y="9832"/>
                    <a:pt x="214095" y="9832"/>
                    <a:pt x="214034" y="9832"/>
                  </a:cubicBezTo>
                  <a:cubicBezTo>
                    <a:pt x="213630" y="9832"/>
                    <a:pt x="213245" y="9710"/>
                    <a:pt x="212922" y="9488"/>
                  </a:cubicBezTo>
                  <a:cubicBezTo>
                    <a:pt x="212396" y="9144"/>
                    <a:pt x="212052" y="8537"/>
                    <a:pt x="212052" y="7849"/>
                  </a:cubicBezTo>
                  <a:cubicBezTo>
                    <a:pt x="212052" y="7222"/>
                    <a:pt x="212375" y="6636"/>
                    <a:pt x="212861" y="6292"/>
                  </a:cubicBezTo>
                  <a:cubicBezTo>
                    <a:pt x="212922" y="6231"/>
                    <a:pt x="213003" y="6191"/>
                    <a:pt x="213084" y="6150"/>
                  </a:cubicBezTo>
                  <a:lnTo>
                    <a:pt x="212578" y="6069"/>
                  </a:lnTo>
                  <a:lnTo>
                    <a:pt x="212638" y="5725"/>
                  </a:lnTo>
                  <a:lnTo>
                    <a:pt x="213326" y="5725"/>
                  </a:lnTo>
                  <a:lnTo>
                    <a:pt x="213326" y="5037"/>
                  </a:lnTo>
                  <a:lnTo>
                    <a:pt x="210535" y="2853"/>
                  </a:lnTo>
                  <a:lnTo>
                    <a:pt x="207237" y="2853"/>
                  </a:lnTo>
                  <a:lnTo>
                    <a:pt x="206853" y="3116"/>
                  </a:lnTo>
                  <a:lnTo>
                    <a:pt x="207318" y="4046"/>
                  </a:lnTo>
                  <a:lnTo>
                    <a:pt x="207318" y="4936"/>
                  </a:lnTo>
                  <a:lnTo>
                    <a:pt x="206853" y="5563"/>
                  </a:lnTo>
                  <a:lnTo>
                    <a:pt x="206853" y="5867"/>
                  </a:lnTo>
                  <a:lnTo>
                    <a:pt x="206913" y="5887"/>
                  </a:lnTo>
                  <a:lnTo>
                    <a:pt x="206934" y="5887"/>
                  </a:lnTo>
                  <a:cubicBezTo>
                    <a:pt x="207399" y="5887"/>
                    <a:pt x="207844" y="6069"/>
                    <a:pt x="208188" y="6332"/>
                  </a:cubicBezTo>
                  <a:cubicBezTo>
                    <a:pt x="208370" y="6494"/>
                    <a:pt x="208552" y="6696"/>
                    <a:pt x="208673" y="6919"/>
                  </a:cubicBezTo>
                  <a:cubicBezTo>
                    <a:pt x="208734" y="7040"/>
                    <a:pt x="208775" y="7141"/>
                    <a:pt x="208815" y="7283"/>
                  </a:cubicBezTo>
                  <a:cubicBezTo>
                    <a:pt x="208876" y="7465"/>
                    <a:pt x="208896" y="7647"/>
                    <a:pt x="208896" y="7849"/>
                  </a:cubicBezTo>
                  <a:cubicBezTo>
                    <a:pt x="208896" y="8072"/>
                    <a:pt x="208876" y="8254"/>
                    <a:pt x="208815" y="8436"/>
                  </a:cubicBezTo>
                  <a:cubicBezTo>
                    <a:pt x="208775" y="8557"/>
                    <a:pt x="208734" y="8679"/>
                    <a:pt x="208673" y="8800"/>
                  </a:cubicBezTo>
                  <a:cubicBezTo>
                    <a:pt x="208552" y="9023"/>
                    <a:pt x="208370" y="9225"/>
                    <a:pt x="208188" y="9387"/>
                  </a:cubicBezTo>
                  <a:cubicBezTo>
                    <a:pt x="207844" y="9650"/>
                    <a:pt x="207399" y="9832"/>
                    <a:pt x="206934" y="9832"/>
                  </a:cubicBezTo>
                  <a:cubicBezTo>
                    <a:pt x="206731" y="9832"/>
                    <a:pt x="206529" y="9791"/>
                    <a:pt x="206347" y="9731"/>
                  </a:cubicBezTo>
                  <a:cubicBezTo>
                    <a:pt x="205538" y="9488"/>
                    <a:pt x="204971" y="8739"/>
                    <a:pt x="204971" y="7849"/>
                  </a:cubicBezTo>
                  <a:cubicBezTo>
                    <a:pt x="204971" y="7728"/>
                    <a:pt x="204971" y="7607"/>
                    <a:pt x="204991" y="7485"/>
                  </a:cubicBezTo>
                  <a:cubicBezTo>
                    <a:pt x="205072" y="7141"/>
                    <a:pt x="205234" y="6818"/>
                    <a:pt x="205457" y="6555"/>
                  </a:cubicBezTo>
                  <a:lnTo>
                    <a:pt x="205457" y="6555"/>
                  </a:lnTo>
                  <a:lnTo>
                    <a:pt x="205497" y="6534"/>
                  </a:lnTo>
                  <a:cubicBezTo>
                    <a:pt x="205639" y="6373"/>
                    <a:pt x="205821" y="6231"/>
                    <a:pt x="206003" y="6130"/>
                  </a:cubicBezTo>
                  <a:lnTo>
                    <a:pt x="205639" y="5361"/>
                  </a:lnTo>
                  <a:lnTo>
                    <a:pt x="204890" y="5219"/>
                  </a:lnTo>
                  <a:lnTo>
                    <a:pt x="204890" y="3338"/>
                  </a:lnTo>
                  <a:lnTo>
                    <a:pt x="204324" y="2853"/>
                  </a:lnTo>
                  <a:lnTo>
                    <a:pt x="201613" y="2853"/>
                  </a:lnTo>
                  <a:lnTo>
                    <a:pt x="201613" y="4107"/>
                  </a:lnTo>
                  <a:lnTo>
                    <a:pt x="200824" y="4107"/>
                  </a:lnTo>
                  <a:lnTo>
                    <a:pt x="200824" y="4633"/>
                  </a:lnTo>
                  <a:lnTo>
                    <a:pt x="201229" y="5139"/>
                  </a:lnTo>
                  <a:lnTo>
                    <a:pt x="200642" y="6130"/>
                  </a:lnTo>
                  <a:cubicBezTo>
                    <a:pt x="201168" y="6352"/>
                    <a:pt x="201552" y="6797"/>
                    <a:pt x="201714" y="7344"/>
                  </a:cubicBezTo>
                  <a:cubicBezTo>
                    <a:pt x="201775" y="7526"/>
                    <a:pt x="201815" y="7708"/>
                    <a:pt x="201815" y="7910"/>
                  </a:cubicBezTo>
                  <a:cubicBezTo>
                    <a:pt x="201815" y="8112"/>
                    <a:pt x="201775" y="8315"/>
                    <a:pt x="201714" y="8497"/>
                  </a:cubicBezTo>
                  <a:cubicBezTo>
                    <a:pt x="201674" y="8618"/>
                    <a:pt x="201633" y="8739"/>
                    <a:pt x="201573" y="8861"/>
                  </a:cubicBezTo>
                  <a:cubicBezTo>
                    <a:pt x="201451" y="9083"/>
                    <a:pt x="201289" y="9265"/>
                    <a:pt x="201087" y="9427"/>
                  </a:cubicBezTo>
                  <a:cubicBezTo>
                    <a:pt x="200743" y="9710"/>
                    <a:pt x="200318" y="9893"/>
                    <a:pt x="199833" y="9893"/>
                  </a:cubicBezTo>
                  <a:cubicBezTo>
                    <a:pt x="199631" y="9893"/>
                    <a:pt x="199428" y="9852"/>
                    <a:pt x="199246" y="9791"/>
                  </a:cubicBezTo>
                  <a:cubicBezTo>
                    <a:pt x="198457" y="9549"/>
                    <a:pt x="197871" y="8800"/>
                    <a:pt x="197871" y="7910"/>
                  </a:cubicBezTo>
                  <a:cubicBezTo>
                    <a:pt x="197871" y="6979"/>
                    <a:pt x="198518" y="6211"/>
                    <a:pt x="199388" y="6008"/>
                  </a:cubicBezTo>
                  <a:lnTo>
                    <a:pt x="198862" y="5179"/>
                  </a:lnTo>
                  <a:lnTo>
                    <a:pt x="199428" y="3925"/>
                  </a:lnTo>
                  <a:lnTo>
                    <a:pt x="199388" y="2853"/>
                  </a:lnTo>
                  <a:lnTo>
                    <a:pt x="198761" y="1902"/>
                  </a:lnTo>
                  <a:lnTo>
                    <a:pt x="196940" y="2327"/>
                  </a:lnTo>
                  <a:lnTo>
                    <a:pt x="197749" y="2853"/>
                  </a:lnTo>
                  <a:lnTo>
                    <a:pt x="193137" y="2853"/>
                  </a:lnTo>
                  <a:lnTo>
                    <a:pt x="192671" y="3176"/>
                  </a:lnTo>
                  <a:lnTo>
                    <a:pt x="193137" y="4107"/>
                  </a:lnTo>
                  <a:lnTo>
                    <a:pt x="193137" y="4997"/>
                  </a:lnTo>
                  <a:lnTo>
                    <a:pt x="192671" y="5624"/>
                  </a:lnTo>
                  <a:lnTo>
                    <a:pt x="192671" y="5928"/>
                  </a:lnTo>
                  <a:lnTo>
                    <a:pt x="192732" y="5948"/>
                  </a:lnTo>
                  <a:lnTo>
                    <a:pt x="192752" y="5948"/>
                  </a:lnTo>
                  <a:cubicBezTo>
                    <a:pt x="192955" y="5948"/>
                    <a:pt x="193137" y="5988"/>
                    <a:pt x="193319" y="6029"/>
                  </a:cubicBezTo>
                  <a:cubicBezTo>
                    <a:pt x="193400" y="6049"/>
                    <a:pt x="193460" y="6069"/>
                    <a:pt x="193501" y="6110"/>
                  </a:cubicBezTo>
                  <a:cubicBezTo>
                    <a:pt x="194209" y="6393"/>
                    <a:pt x="194715" y="7101"/>
                    <a:pt x="194715" y="7910"/>
                  </a:cubicBezTo>
                  <a:cubicBezTo>
                    <a:pt x="194715" y="8739"/>
                    <a:pt x="194209" y="9427"/>
                    <a:pt x="193501" y="9731"/>
                  </a:cubicBezTo>
                  <a:cubicBezTo>
                    <a:pt x="193460" y="9751"/>
                    <a:pt x="193400" y="9771"/>
                    <a:pt x="193319" y="9791"/>
                  </a:cubicBezTo>
                  <a:cubicBezTo>
                    <a:pt x="193137" y="9852"/>
                    <a:pt x="192955" y="9893"/>
                    <a:pt x="192752" y="9893"/>
                  </a:cubicBezTo>
                  <a:cubicBezTo>
                    <a:pt x="192611" y="9893"/>
                    <a:pt x="192469" y="9872"/>
                    <a:pt x="192348" y="9852"/>
                  </a:cubicBezTo>
                  <a:cubicBezTo>
                    <a:pt x="191458" y="9650"/>
                    <a:pt x="190770" y="8861"/>
                    <a:pt x="190770" y="7910"/>
                  </a:cubicBezTo>
                  <a:cubicBezTo>
                    <a:pt x="190770" y="7789"/>
                    <a:pt x="190790" y="7667"/>
                    <a:pt x="190810" y="7546"/>
                  </a:cubicBezTo>
                  <a:cubicBezTo>
                    <a:pt x="190871" y="7202"/>
                    <a:pt x="191053" y="6878"/>
                    <a:pt x="191275" y="6615"/>
                  </a:cubicBezTo>
                  <a:lnTo>
                    <a:pt x="191215" y="6615"/>
                  </a:lnTo>
                  <a:lnTo>
                    <a:pt x="191296" y="6595"/>
                  </a:lnTo>
                  <a:cubicBezTo>
                    <a:pt x="191377" y="6514"/>
                    <a:pt x="191458" y="6433"/>
                    <a:pt x="191538" y="6373"/>
                  </a:cubicBezTo>
                  <a:cubicBezTo>
                    <a:pt x="191619" y="6292"/>
                    <a:pt x="191721" y="6231"/>
                    <a:pt x="191822" y="6191"/>
                  </a:cubicBezTo>
                  <a:lnTo>
                    <a:pt x="191458" y="5402"/>
                  </a:lnTo>
                  <a:lnTo>
                    <a:pt x="190709" y="5280"/>
                  </a:lnTo>
                  <a:lnTo>
                    <a:pt x="190709" y="3399"/>
                  </a:lnTo>
                  <a:lnTo>
                    <a:pt x="189515" y="1801"/>
                  </a:lnTo>
                  <a:lnTo>
                    <a:pt x="188989" y="2853"/>
                  </a:lnTo>
                  <a:lnTo>
                    <a:pt x="184074" y="2853"/>
                  </a:lnTo>
                  <a:lnTo>
                    <a:pt x="183163" y="749"/>
                  </a:lnTo>
                  <a:lnTo>
                    <a:pt x="182475" y="2428"/>
                  </a:lnTo>
                  <a:lnTo>
                    <a:pt x="184215" y="4896"/>
                  </a:lnTo>
                  <a:lnTo>
                    <a:pt x="183750" y="5826"/>
                  </a:lnTo>
                  <a:lnTo>
                    <a:pt x="183811" y="5847"/>
                  </a:lnTo>
                  <a:lnTo>
                    <a:pt x="183831" y="5847"/>
                  </a:lnTo>
                  <a:cubicBezTo>
                    <a:pt x="183952" y="5847"/>
                    <a:pt x="184094" y="5867"/>
                    <a:pt x="184215" y="5887"/>
                  </a:cubicBezTo>
                  <a:cubicBezTo>
                    <a:pt x="184276" y="5907"/>
                    <a:pt x="184337" y="5907"/>
                    <a:pt x="184397" y="5928"/>
                  </a:cubicBezTo>
                  <a:cubicBezTo>
                    <a:pt x="184539" y="5968"/>
                    <a:pt x="184640" y="6029"/>
                    <a:pt x="184761" y="6089"/>
                  </a:cubicBezTo>
                  <a:cubicBezTo>
                    <a:pt x="185368" y="6413"/>
                    <a:pt x="185793" y="7060"/>
                    <a:pt x="185793" y="7809"/>
                  </a:cubicBezTo>
                  <a:cubicBezTo>
                    <a:pt x="185793" y="8557"/>
                    <a:pt x="185368" y="9205"/>
                    <a:pt x="184761" y="9549"/>
                  </a:cubicBezTo>
                  <a:cubicBezTo>
                    <a:pt x="184640" y="9609"/>
                    <a:pt x="184539" y="9650"/>
                    <a:pt x="184397" y="9690"/>
                  </a:cubicBezTo>
                  <a:cubicBezTo>
                    <a:pt x="184337" y="9710"/>
                    <a:pt x="184276" y="9731"/>
                    <a:pt x="184215" y="9731"/>
                  </a:cubicBezTo>
                  <a:cubicBezTo>
                    <a:pt x="184094" y="9771"/>
                    <a:pt x="183952" y="9771"/>
                    <a:pt x="183831" y="9771"/>
                  </a:cubicBezTo>
                  <a:cubicBezTo>
                    <a:pt x="183608" y="9771"/>
                    <a:pt x="183426" y="9751"/>
                    <a:pt x="183244" y="9690"/>
                  </a:cubicBezTo>
                  <a:cubicBezTo>
                    <a:pt x="182435" y="9447"/>
                    <a:pt x="181848" y="8699"/>
                    <a:pt x="181848" y="7809"/>
                  </a:cubicBezTo>
                  <a:cubicBezTo>
                    <a:pt x="181848" y="7688"/>
                    <a:pt x="181869" y="7566"/>
                    <a:pt x="181889" y="7445"/>
                  </a:cubicBezTo>
                  <a:cubicBezTo>
                    <a:pt x="181949" y="7101"/>
                    <a:pt x="182131" y="6777"/>
                    <a:pt x="182354" y="6514"/>
                  </a:cubicBezTo>
                  <a:lnTo>
                    <a:pt x="182293" y="6514"/>
                  </a:lnTo>
                  <a:lnTo>
                    <a:pt x="182374" y="6494"/>
                  </a:lnTo>
                  <a:cubicBezTo>
                    <a:pt x="182536" y="6332"/>
                    <a:pt x="182698" y="6191"/>
                    <a:pt x="182900" y="6089"/>
                  </a:cubicBezTo>
                  <a:lnTo>
                    <a:pt x="182536" y="5300"/>
                  </a:lnTo>
                  <a:lnTo>
                    <a:pt x="181788" y="5159"/>
                  </a:lnTo>
                  <a:lnTo>
                    <a:pt x="181788" y="3298"/>
                  </a:lnTo>
                  <a:lnTo>
                    <a:pt x="181262" y="2853"/>
                  </a:lnTo>
                  <a:lnTo>
                    <a:pt x="178510" y="2853"/>
                  </a:lnTo>
                  <a:lnTo>
                    <a:pt x="178510" y="4006"/>
                  </a:lnTo>
                  <a:lnTo>
                    <a:pt x="177721" y="4006"/>
                  </a:lnTo>
                  <a:lnTo>
                    <a:pt x="177721" y="4511"/>
                  </a:lnTo>
                  <a:lnTo>
                    <a:pt x="178106" y="5037"/>
                  </a:lnTo>
                  <a:lnTo>
                    <a:pt x="177721" y="5442"/>
                  </a:lnTo>
                  <a:lnTo>
                    <a:pt x="178692" y="5847"/>
                  </a:lnTo>
                  <a:lnTo>
                    <a:pt x="177539" y="6029"/>
                  </a:lnTo>
                  <a:cubicBezTo>
                    <a:pt x="178227" y="6332"/>
                    <a:pt x="178692" y="7020"/>
                    <a:pt x="178692" y="7809"/>
                  </a:cubicBezTo>
                  <a:cubicBezTo>
                    <a:pt x="178692" y="8901"/>
                    <a:pt x="177822" y="9771"/>
                    <a:pt x="176730" y="9771"/>
                  </a:cubicBezTo>
                  <a:cubicBezTo>
                    <a:pt x="175638" y="9771"/>
                    <a:pt x="174768" y="8901"/>
                    <a:pt x="174768" y="7809"/>
                  </a:cubicBezTo>
                  <a:cubicBezTo>
                    <a:pt x="174768" y="6878"/>
                    <a:pt x="175415" y="6110"/>
                    <a:pt x="176265" y="5907"/>
                  </a:cubicBezTo>
                  <a:lnTo>
                    <a:pt x="175759" y="5078"/>
                  </a:lnTo>
                  <a:lnTo>
                    <a:pt x="176305" y="3824"/>
                  </a:lnTo>
                  <a:lnTo>
                    <a:pt x="176265" y="2853"/>
                  </a:lnTo>
                  <a:lnTo>
                    <a:pt x="172502" y="2853"/>
                  </a:lnTo>
                  <a:lnTo>
                    <a:pt x="171066" y="1437"/>
                  </a:lnTo>
                  <a:lnTo>
                    <a:pt x="170762" y="2145"/>
                  </a:lnTo>
                  <a:lnTo>
                    <a:pt x="170014" y="2145"/>
                  </a:lnTo>
                  <a:lnTo>
                    <a:pt x="168517" y="4248"/>
                  </a:lnTo>
                  <a:lnTo>
                    <a:pt x="169913" y="5867"/>
                  </a:lnTo>
                  <a:cubicBezTo>
                    <a:pt x="170863" y="6008"/>
                    <a:pt x="171592" y="6818"/>
                    <a:pt x="171592" y="7809"/>
                  </a:cubicBezTo>
                  <a:cubicBezTo>
                    <a:pt x="171592" y="8760"/>
                    <a:pt x="170924" y="9549"/>
                    <a:pt x="170034" y="9731"/>
                  </a:cubicBezTo>
                  <a:cubicBezTo>
                    <a:pt x="169892" y="9771"/>
                    <a:pt x="169771" y="9771"/>
                    <a:pt x="169629" y="9771"/>
                  </a:cubicBezTo>
                  <a:lnTo>
                    <a:pt x="169427" y="9771"/>
                  </a:lnTo>
                  <a:cubicBezTo>
                    <a:pt x="169306" y="9751"/>
                    <a:pt x="169164" y="9731"/>
                    <a:pt x="169043" y="9690"/>
                  </a:cubicBezTo>
                  <a:cubicBezTo>
                    <a:pt x="168982" y="9670"/>
                    <a:pt x="168921" y="9650"/>
                    <a:pt x="168861" y="9630"/>
                  </a:cubicBezTo>
                  <a:cubicBezTo>
                    <a:pt x="168739" y="9569"/>
                    <a:pt x="168638" y="9508"/>
                    <a:pt x="168537" y="9447"/>
                  </a:cubicBezTo>
                  <a:cubicBezTo>
                    <a:pt x="168476" y="9407"/>
                    <a:pt x="168436" y="9367"/>
                    <a:pt x="168375" y="9326"/>
                  </a:cubicBezTo>
                  <a:cubicBezTo>
                    <a:pt x="168274" y="9245"/>
                    <a:pt x="168193" y="9164"/>
                    <a:pt x="168112" y="9063"/>
                  </a:cubicBezTo>
                  <a:cubicBezTo>
                    <a:pt x="167829" y="8719"/>
                    <a:pt x="167667" y="8294"/>
                    <a:pt x="167667" y="7809"/>
                  </a:cubicBezTo>
                  <a:cubicBezTo>
                    <a:pt x="167667" y="7323"/>
                    <a:pt x="167849" y="6878"/>
                    <a:pt x="168153" y="6534"/>
                  </a:cubicBezTo>
                  <a:lnTo>
                    <a:pt x="168132" y="6534"/>
                  </a:lnTo>
                  <a:lnTo>
                    <a:pt x="168092" y="5644"/>
                  </a:lnTo>
                  <a:lnTo>
                    <a:pt x="167424" y="5442"/>
                  </a:lnTo>
                  <a:lnTo>
                    <a:pt x="167424" y="3864"/>
                  </a:lnTo>
                  <a:lnTo>
                    <a:pt x="167890" y="3864"/>
                  </a:lnTo>
                  <a:lnTo>
                    <a:pt x="167890" y="2853"/>
                  </a:lnTo>
                  <a:lnTo>
                    <a:pt x="164815" y="2853"/>
                  </a:lnTo>
                  <a:lnTo>
                    <a:pt x="163742" y="3945"/>
                  </a:lnTo>
                  <a:lnTo>
                    <a:pt x="163742" y="6049"/>
                  </a:lnTo>
                  <a:lnTo>
                    <a:pt x="163479" y="6110"/>
                  </a:lnTo>
                  <a:cubicBezTo>
                    <a:pt x="164086" y="6433"/>
                    <a:pt x="164511" y="7081"/>
                    <a:pt x="164511" y="7809"/>
                  </a:cubicBezTo>
                  <a:cubicBezTo>
                    <a:pt x="164511" y="8618"/>
                    <a:pt x="164005" y="9326"/>
                    <a:pt x="163297" y="9630"/>
                  </a:cubicBezTo>
                  <a:cubicBezTo>
                    <a:pt x="163237" y="9650"/>
                    <a:pt x="163176" y="9670"/>
                    <a:pt x="163115" y="9690"/>
                  </a:cubicBezTo>
                  <a:cubicBezTo>
                    <a:pt x="162994" y="9731"/>
                    <a:pt x="162872" y="9751"/>
                    <a:pt x="162731" y="9771"/>
                  </a:cubicBezTo>
                  <a:lnTo>
                    <a:pt x="162326" y="9771"/>
                  </a:lnTo>
                  <a:cubicBezTo>
                    <a:pt x="162205" y="9751"/>
                    <a:pt x="162083" y="9731"/>
                    <a:pt x="161962" y="9690"/>
                  </a:cubicBezTo>
                  <a:cubicBezTo>
                    <a:pt x="161881" y="9670"/>
                    <a:pt x="161820" y="9650"/>
                    <a:pt x="161780" y="9630"/>
                  </a:cubicBezTo>
                  <a:cubicBezTo>
                    <a:pt x="161072" y="9326"/>
                    <a:pt x="160566" y="8618"/>
                    <a:pt x="160566" y="7809"/>
                  </a:cubicBezTo>
                  <a:cubicBezTo>
                    <a:pt x="160566" y="7566"/>
                    <a:pt x="160627" y="7323"/>
                    <a:pt x="160708" y="7101"/>
                  </a:cubicBezTo>
                  <a:cubicBezTo>
                    <a:pt x="160789" y="6878"/>
                    <a:pt x="160930" y="6676"/>
                    <a:pt x="161092" y="6494"/>
                  </a:cubicBezTo>
                  <a:lnTo>
                    <a:pt x="162953" y="4491"/>
                  </a:lnTo>
                  <a:lnTo>
                    <a:pt x="163459" y="2832"/>
                  </a:lnTo>
                  <a:lnTo>
                    <a:pt x="160425" y="1437"/>
                  </a:lnTo>
                  <a:lnTo>
                    <a:pt x="159959" y="2832"/>
                  </a:lnTo>
                  <a:lnTo>
                    <a:pt x="159959" y="2853"/>
                  </a:lnTo>
                  <a:lnTo>
                    <a:pt x="156197" y="2853"/>
                  </a:lnTo>
                  <a:lnTo>
                    <a:pt x="156197" y="3318"/>
                  </a:lnTo>
                  <a:lnTo>
                    <a:pt x="155408" y="3702"/>
                  </a:lnTo>
                  <a:lnTo>
                    <a:pt x="155023" y="4633"/>
                  </a:lnTo>
                  <a:lnTo>
                    <a:pt x="156197" y="5685"/>
                  </a:lnTo>
                  <a:lnTo>
                    <a:pt x="156197" y="5988"/>
                  </a:lnTo>
                  <a:cubicBezTo>
                    <a:pt x="156277" y="6029"/>
                    <a:pt x="156358" y="6069"/>
                    <a:pt x="156460" y="6130"/>
                  </a:cubicBezTo>
                  <a:cubicBezTo>
                    <a:pt x="156621" y="6231"/>
                    <a:pt x="156763" y="6352"/>
                    <a:pt x="156884" y="6474"/>
                  </a:cubicBezTo>
                  <a:cubicBezTo>
                    <a:pt x="157208" y="6838"/>
                    <a:pt x="157410" y="7303"/>
                    <a:pt x="157410" y="7809"/>
                  </a:cubicBezTo>
                  <a:cubicBezTo>
                    <a:pt x="157410" y="8901"/>
                    <a:pt x="156520" y="9771"/>
                    <a:pt x="155448" y="9771"/>
                  </a:cubicBezTo>
                  <a:cubicBezTo>
                    <a:pt x="155306" y="9771"/>
                    <a:pt x="155165" y="9771"/>
                    <a:pt x="155043" y="9731"/>
                  </a:cubicBezTo>
                  <a:cubicBezTo>
                    <a:pt x="154598" y="9650"/>
                    <a:pt x="154214" y="9407"/>
                    <a:pt x="153931" y="9063"/>
                  </a:cubicBezTo>
                  <a:cubicBezTo>
                    <a:pt x="153890" y="9023"/>
                    <a:pt x="153850" y="8962"/>
                    <a:pt x="153809" y="8922"/>
                  </a:cubicBezTo>
                  <a:cubicBezTo>
                    <a:pt x="153749" y="8800"/>
                    <a:pt x="153688" y="8699"/>
                    <a:pt x="153627" y="8578"/>
                  </a:cubicBezTo>
                  <a:cubicBezTo>
                    <a:pt x="153526" y="8335"/>
                    <a:pt x="153465" y="8092"/>
                    <a:pt x="153465" y="7809"/>
                  </a:cubicBezTo>
                  <a:cubicBezTo>
                    <a:pt x="153465" y="7728"/>
                    <a:pt x="153486" y="7627"/>
                    <a:pt x="153486" y="7546"/>
                  </a:cubicBezTo>
                  <a:cubicBezTo>
                    <a:pt x="153546" y="7182"/>
                    <a:pt x="153688" y="6858"/>
                    <a:pt x="153911" y="6595"/>
                  </a:cubicBezTo>
                  <a:cubicBezTo>
                    <a:pt x="154072" y="6393"/>
                    <a:pt x="154254" y="6231"/>
                    <a:pt x="154497" y="6110"/>
                  </a:cubicBezTo>
                  <a:lnTo>
                    <a:pt x="153991" y="6029"/>
                  </a:lnTo>
                  <a:lnTo>
                    <a:pt x="154052" y="5685"/>
                  </a:lnTo>
                  <a:lnTo>
                    <a:pt x="154740" y="5685"/>
                  </a:lnTo>
                  <a:lnTo>
                    <a:pt x="154740" y="4997"/>
                  </a:lnTo>
                  <a:lnTo>
                    <a:pt x="153122" y="1194"/>
                  </a:lnTo>
                  <a:lnTo>
                    <a:pt x="152009" y="2853"/>
                  </a:lnTo>
                  <a:lnTo>
                    <a:pt x="148590" y="2853"/>
                  </a:lnTo>
                  <a:lnTo>
                    <a:pt x="148266" y="3075"/>
                  </a:lnTo>
                  <a:lnTo>
                    <a:pt x="148732" y="4006"/>
                  </a:lnTo>
                  <a:lnTo>
                    <a:pt x="148732" y="4896"/>
                  </a:lnTo>
                  <a:lnTo>
                    <a:pt x="148266" y="5523"/>
                  </a:lnTo>
                  <a:lnTo>
                    <a:pt x="148266" y="5826"/>
                  </a:lnTo>
                  <a:lnTo>
                    <a:pt x="148327" y="5847"/>
                  </a:lnTo>
                  <a:lnTo>
                    <a:pt x="148347" y="5847"/>
                  </a:lnTo>
                  <a:cubicBezTo>
                    <a:pt x="148489" y="5847"/>
                    <a:pt x="148610" y="5867"/>
                    <a:pt x="148752" y="5887"/>
                  </a:cubicBezTo>
                  <a:cubicBezTo>
                    <a:pt x="148813" y="5907"/>
                    <a:pt x="148873" y="5907"/>
                    <a:pt x="148934" y="5928"/>
                  </a:cubicBezTo>
                  <a:cubicBezTo>
                    <a:pt x="149055" y="5968"/>
                    <a:pt x="149177" y="6029"/>
                    <a:pt x="149278" y="6089"/>
                  </a:cubicBezTo>
                  <a:cubicBezTo>
                    <a:pt x="149905" y="6413"/>
                    <a:pt x="150310" y="7060"/>
                    <a:pt x="150310" y="7809"/>
                  </a:cubicBezTo>
                  <a:cubicBezTo>
                    <a:pt x="150310" y="8557"/>
                    <a:pt x="149905" y="9205"/>
                    <a:pt x="149278" y="9549"/>
                  </a:cubicBezTo>
                  <a:cubicBezTo>
                    <a:pt x="149177" y="9609"/>
                    <a:pt x="149055" y="9650"/>
                    <a:pt x="148934" y="9690"/>
                  </a:cubicBezTo>
                  <a:cubicBezTo>
                    <a:pt x="148873" y="9710"/>
                    <a:pt x="148813" y="9731"/>
                    <a:pt x="148752" y="9731"/>
                  </a:cubicBezTo>
                  <a:cubicBezTo>
                    <a:pt x="148610" y="9771"/>
                    <a:pt x="148489" y="9771"/>
                    <a:pt x="148347" y="9771"/>
                  </a:cubicBezTo>
                  <a:cubicBezTo>
                    <a:pt x="148145" y="9771"/>
                    <a:pt x="147943" y="9751"/>
                    <a:pt x="147761" y="9690"/>
                  </a:cubicBezTo>
                  <a:cubicBezTo>
                    <a:pt x="146951" y="9447"/>
                    <a:pt x="146385" y="8699"/>
                    <a:pt x="146385" y="7809"/>
                  </a:cubicBezTo>
                  <a:cubicBezTo>
                    <a:pt x="146385" y="7566"/>
                    <a:pt x="146425" y="7323"/>
                    <a:pt x="146506" y="7101"/>
                  </a:cubicBezTo>
                  <a:cubicBezTo>
                    <a:pt x="146607" y="6878"/>
                    <a:pt x="146729" y="6696"/>
                    <a:pt x="146870" y="6514"/>
                  </a:cubicBezTo>
                  <a:lnTo>
                    <a:pt x="146830" y="6514"/>
                  </a:lnTo>
                  <a:lnTo>
                    <a:pt x="146911" y="6494"/>
                  </a:lnTo>
                  <a:cubicBezTo>
                    <a:pt x="146972" y="6413"/>
                    <a:pt x="147053" y="6332"/>
                    <a:pt x="147154" y="6271"/>
                  </a:cubicBezTo>
                  <a:cubicBezTo>
                    <a:pt x="147235" y="6191"/>
                    <a:pt x="147336" y="6130"/>
                    <a:pt x="147417" y="6089"/>
                  </a:cubicBezTo>
                  <a:lnTo>
                    <a:pt x="147053" y="5300"/>
                  </a:lnTo>
                  <a:lnTo>
                    <a:pt x="146324" y="5159"/>
                  </a:lnTo>
                  <a:lnTo>
                    <a:pt x="146324" y="3298"/>
                  </a:lnTo>
                  <a:lnTo>
                    <a:pt x="145778" y="2853"/>
                  </a:lnTo>
                  <a:lnTo>
                    <a:pt x="143027" y="2853"/>
                  </a:lnTo>
                  <a:lnTo>
                    <a:pt x="143027" y="4006"/>
                  </a:lnTo>
                  <a:lnTo>
                    <a:pt x="142238" y="4006"/>
                  </a:lnTo>
                  <a:lnTo>
                    <a:pt x="142238" y="4511"/>
                  </a:lnTo>
                  <a:lnTo>
                    <a:pt x="142642" y="5037"/>
                  </a:lnTo>
                  <a:lnTo>
                    <a:pt x="142521" y="5786"/>
                  </a:lnTo>
                  <a:lnTo>
                    <a:pt x="142076" y="6029"/>
                  </a:lnTo>
                  <a:cubicBezTo>
                    <a:pt x="142319" y="6150"/>
                    <a:pt x="142541" y="6312"/>
                    <a:pt x="142723" y="6514"/>
                  </a:cubicBezTo>
                  <a:cubicBezTo>
                    <a:pt x="143027" y="6858"/>
                    <a:pt x="143229" y="7323"/>
                    <a:pt x="143229" y="7809"/>
                  </a:cubicBezTo>
                  <a:cubicBezTo>
                    <a:pt x="143229" y="8901"/>
                    <a:pt x="142339" y="9771"/>
                    <a:pt x="141246" y="9771"/>
                  </a:cubicBezTo>
                  <a:cubicBezTo>
                    <a:pt x="140174" y="9771"/>
                    <a:pt x="139284" y="8901"/>
                    <a:pt x="139284" y="7809"/>
                  </a:cubicBezTo>
                  <a:cubicBezTo>
                    <a:pt x="139284" y="6878"/>
                    <a:pt x="139932" y="6110"/>
                    <a:pt x="140801" y="5907"/>
                  </a:cubicBezTo>
                  <a:lnTo>
                    <a:pt x="140275" y="5078"/>
                  </a:lnTo>
                  <a:lnTo>
                    <a:pt x="140842" y="3824"/>
                  </a:lnTo>
                  <a:lnTo>
                    <a:pt x="140801" y="2853"/>
                  </a:lnTo>
                  <a:lnTo>
                    <a:pt x="133438" y="2853"/>
                  </a:lnTo>
                  <a:lnTo>
                    <a:pt x="133438" y="3601"/>
                  </a:lnTo>
                  <a:lnTo>
                    <a:pt x="134287" y="4350"/>
                  </a:lnTo>
                  <a:lnTo>
                    <a:pt x="134287" y="5240"/>
                  </a:lnTo>
                  <a:lnTo>
                    <a:pt x="134834" y="5968"/>
                  </a:lnTo>
                  <a:cubicBezTo>
                    <a:pt x="135097" y="6069"/>
                    <a:pt x="135319" y="6211"/>
                    <a:pt x="135521" y="6393"/>
                  </a:cubicBezTo>
                  <a:cubicBezTo>
                    <a:pt x="135724" y="6595"/>
                    <a:pt x="135886" y="6818"/>
                    <a:pt x="135987" y="7081"/>
                  </a:cubicBezTo>
                  <a:cubicBezTo>
                    <a:pt x="136088" y="7323"/>
                    <a:pt x="136149" y="7586"/>
                    <a:pt x="136149" y="7849"/>
                  </a:cubicBezTo>
                  <a:cubicBezTo>
                    <a:pt x="136149" y="8274"/>
                    <a:pt x="136027" y="8638"/>
                    <a:pt x="135805" y="8962"/>
                  </a:cubicBezTo>
                  <a:cubicBezTo>
                    <a:pt x="135461" y="9488"/>
                    <a:pt x="134854" y="9832"/>
                    <a:pt x="134186" y="9832"/>
                  </a:cubicBezTo>
                  <a:cubicBezTo>
                    <a:pt x="134065" y="9832"/>
                    <a:pt x="133964" y="9812"/>
                    <a:pt x="133883" y="9812"/>
                  </a:cubicBezTo>
                  <a:cubicBezTo>
                    <a:pt x="133680" y="9771"/>
                    <a:pt x="133498" y="9710"/>
                    <a:pt x="133316" y="9630"/>
                  </a:cubicBezTo>
                  <a:cubicBezTo>
                    <a:pt x="133053" y="9508"/>
                    <a:pt x="132831" y="9326"/>
                    <a:pt x="132649" y="9083"/>
                  </a:cubicBezTo>
                  <a:cubicBezTo>
                    <a:pt x="132527" y="8942"/>
                    <a:pt x="132426" y="8780"/>
                    <a:pt x="132365" y="8598"/>
                  </a:cubicBezTo>
                  <a:cubicBezTo>
                    <a:pt x="132325" y="8537"/>
                    <a:pt x="132305" y="8476"/>
                    <a:pt x="132285" y="8416"/>
                  </a:cubicBezTo>
                  <a:cubicBezTo>
                    <a:pt x="132224" y="8213"/>
                    <a:pt x="132183" y="8031"/>
                    <a:pt x="132183" y="7809"/>
                  </a:cubicBezTo>
                  <a:cubicBezTo>
                    <a:pt x="132183" y="7242"/>
                    <a:pt x="132446" y="6716"/>
                    <a:pt x="132831" y="6373"/>
                  </a:cubicBezTo>
                  <a:lnTo>
                    <a:pt x="132790" y="6373"/>
                  </a:lnTo>
                  <a:lnTo>
                    <a:pt x="132831" y="6110"/>
                  </a:lnTo>
                  <a:lnTo>
                    <a:pt x="132123" y="5685"/>
                  </a:lnTo>
                  <a:lnTo>
                    <a:pt x="132123" y="4815"/>
                  </a:lnTo>
                  <a:lnTo>
                    <a:pt x="132365" y="4350"/>
                  </a:lnTo>
                  <a:lnTo>
                    <a:pt x="132527" y="2853"/>
                  </a:lnTo>
                  <a:lnTo>
                    <a:pt x="129412" y="2853"/>
                  </a:lnTo>
                  <a:lnTo>
                    <a:pt x="128279" y="4006"/>
                  </a:lnTo>
                  <a:lnTo>
                    <a:pt x="128279" y="6110"/>
                  </a:lnTo>
                  <a:lnTo>
                    <a:pt x="128036" y="6150"/>
                  </a:lnTo>
                  <a:cubicBezTo>
                    <a:pt x="128643" y="6474"/>
                    <a:pt x="129048" y="7121"/>
                    <a:pt x="129048" y="7849"/>
                  </a:cubicBezTo>
                  <a:cubicBezTo>
                    <a:pt x="129048" y="8679"/>
                    <a:pt x="128562" y="9367"/>
                    <a:pt x="127854" y="9670"/>
                  </a:cubicBezTo>
                  <a:cubicBezTo>
                    <a:pt x="127793" y="9690"/>
                    <a:pt x="127733" y="9710"/>
                    <a:pt x="127672" y="9731"/>
                  </a:cubicBezTo>
                  <a:cubicBezTo>
                    <a:pt x="127551" y="9771"/>
                    <a:pt x="127409" y="9812"/>
                    <a:pt x="127288" y="9812"/>
                  </a:cubicBezTo>
                  <a:cubicBezTo>
                    <a:pt x="127227" y="9832"/>
                    <a:pt x="127146" y="9832"/>
                    <a:pt x="127085" y="9832"/>
                  </a:cubicBezTo>
                  <a:cubicBezTo>
                    <a:pt x="127025" y="9832"/>
                    <a:pt x="126944" y="9832"/>
                    <a:pt x="126883" y="9812"/>
                  </a:cubicBezTo>
                  <a:cubicBezTo>
                    <a:pt x="126742" y="9812"/>
                    <a:pt x="126620" y="9771"/>
                    <a:pt x="126499" y="9731"/>
                  </a:cubicBezTo>
                  <a:cubicBezTo>
                    <a:pt x="126438" y="9710"/>
                    <a:pt x="126377" y="9690"/>
                    <a:pt x="126317" y="9670"/>
                  </a:cubicBezTo>
                  <a:cubicBezTo>
                    <a:pt x="125609" y="9367"/>
                    <a:pt x="125123" y="8679"/>
                    <a:pt x="125123" y="7849"/>
                  </a:cubicBezTo>
                  <a:cubicBezTo>
                    <a:pt x="125123" y="7607"/>
                    <a:pt x="125164" y="7364"/>
                    <a:pt x="125244" y="7141"/>
                  </a:cubicBezTo>
                  <a:cubicBezTo>
                    <a:pt x="125346" y="6919"/>
                    <a:pt x="125467" y="6716"/>
                    <a:pt x="125629" y="6534"/>
                  </a:cubicBezTo>
                  <a:lnTo>
                    <a:pt x="126580" y="5847"/>
                  </a:lnTo>
                  <a:lnTo>
                    <a:pt x="126418" y="1902"/>
                  </a:lnTo>
                  <a:cubicBezTo>
                    <a:pt x="126418" y="1902"/>
                    <a:pt x="126276" y="2387"/>
                    <a:pt x="125770" y="2630"/>
                  </a:cubicBezTo>
                  <a:cubicBezTo>
                    <a:pt x="125325" y="2818"/>
                    <a:pt x="125098" y="2833"/>
                    <a:pt x="125038" y="2833"/>
                  </a:cubicBezTo>
                  <a:cubicBezTo>
                    <a:pt x="125027" y="2833"/>
                    <a:pt x="125022" y="2832"/>
                    <a:pt x="125022" y="2832"/>
                  </a:cubicBezTo>
                  <a:lnTo>
                    <a:pt x="125022" y="2853"/>
                  </a:lnTo>
                  <a:lnTo>
                    <a:pt x="120733" y="2853"/>
                  </a:lnTo>
                  <a:lnTo>
                    <a:pt x="120025" y="0"/>
                  </a:lnTo>
                  <a:lnTo>
                    <a:pt x="118123" y="1619"/>
                  </a:lnTo>
                  <a:lnTo>
                    <a:pt x="120733" y="3358"/>
                  </a:lnTo>
                  <a:lnTo>
                    <a:pt x="119944" y="3743"/>
                  </a:lnTo>
                  <a:lnTo>
                    <a:pt x="119580" y="4673"/>
                  </a:lnTo>
                  <a:lnTo>
                    <a:pt x="120733" y="5725"/>
                  </a:lnTo>
                  <a:lnTo>
                    <a:pt x="120733" y="6049"/>
                  </a:lnTo>
                  <a:cubicBezTo>
                    <a:pt x="120834" y="6069"/>
                    <a:pt x="120915" y="6130"/>
                    <a:pt x="120996" y="6170"/>
                  </a:cubicBezTo>
                  <a:cubicBezTo>
                    <a:pt x="121158" y="6271"/>
                    <a:pt x="121300" y="6393"/>
                    <a:pt x="121441" y="6534"/>
                  </a:cubicBezTo>
                  <a:cubicBezTo>
                    <a:pt x="121765" y="6878"/>
                    <a:pt x="121947" y="7344"/>
                    <a:pt x="121947" y="7849"/>
                  </a:cubicBezTo>
                  <a:cubicBezTo>
                    <a:pt x="121947" y="8335"/>
                    <a:pt x="121785" y="8780"/>
                    <a:pt x="121502" y="9104"/>
                  </a:cubicBezTo>
                  <a:cubicBezTo>
                    <a:pt x="121421" y="9205"/>
                    <a:pt x="121340" y="9306"/>
                    <a:pt x="121239" y="9387"/>
                  </a:cubicBezTo>
                  <a:cubicBezTo>
                    <a:pt x="121198" y="9407"/>
                    <a:pt x="121138" y="9447"/>
                    <a:pt x="121097" y="9488"/>
                  </a:cubicBezTo>
                  <a:cubicBezTo>
                    <a:pt x="120976" y="9569"/>
                    <a:pt x="120875" y="9630"/>
                    <a:pt x="120753" y="9670"/>
                  </a:cubicBezTo>
                  <a:cubicBezTo>
                    <a:pt x="120693" y="9690"/>
                    <a:pt x="120632" y="9710"/>
                    <a:pt x="120571" y="9731"/>
                  </a:cubicBezTo>
                  <a:cubicBezTo>
                    <a:pt x="120450" y="9771"/>
                    <a:pt x="120329" y="9812"/>
                    <a:pt x="120187" y="9812"/>
                  </a:cubicBezTo>
                  <a:cubicBezTo>
                    <a:pt x="120126" y="9832"/>
                    <a:pt x="120066" y="9832"/>
                    <a:pt x="119985" y="9832"/>
                  </a:cubicBezTo>
                  <a:cubicBezTo>
                    <a:pt x="119580" y="9832"/>
                    <a:pt x="119196" y="9710"/>
                    <a:pt x="118892" y="9488"/>
                  </a:cubicBezTo>
                  <a:cubicBezTo>
                    <a:pt x="118366" y="9144"/>
                    <a:pt x="118022" y="8537"/>
                    <a:pt x="118022" y="7849"/>
                  </a:cubicBezTo>
                  <a:cubicBezTo>
                    <a:pt x="118022" y="7222"/>
                    <a:pt x="118326" y="6636"/>
                    <a:pt x="118811" y="6292"/>
                  </a:cubicBezTo>
                  <a:cubicBezTo>
                    <a:pt x="118892" y="6231"/>
                    <a:pt x="118953" y="6191"/>
                    <a:pt x="119034" y="6150"/>
                  </a:cubicBezTo>
                  <a:lnTo>
                    <a:pt x="118548" y="6069"/>
                  </a:lnTo>
                  <a:lnTo>
                    <a:pt x="118589" y="5725"/>
                  </a:lnTo>
                  <a:lnTo>
                    <a:pt x="119297" y="5725"/>
                  </a:lnTo>
                  <a:lnTo>
                    <a:pt x="119297" y="5037"/>
                  </a:lnTo>
                  <a:lnTo>
                    <a:pt x="116505" y="2853"/>
                  </a:lnTo>
                  <a:lnTo>
                    <a:pt x="113208" y="2853"/>
                  </a:lnTo>
                  <a:lnTo>
                    <a:pt x="112823" y="3116"/>
                  </a:lnTo>
                  <a:lnTo>
                    <a:pt x="113288" y="4046"/>
                  </a:lnTo>
                  <a:lnTo>
                    <a:pt x="113288" y="4936"/>
                  </a:lnTo>
                  <a:lnTo>
                    <a:pt x="112823" y="5563"/>
                  </a:lnTo>
                  <a:lnTo>
                    <a:pt x="112823" y="5867"/>
                  </a:lnTo>
                  <a:lnTo>
                    <a:pt x="112884" y="5887"/>
                  </a:lnTo>
                  <a:cubicBezTo>
                    <a:pt x="113976" y="5887"/>
                    <a:pt x="114866" y="6777"/>
                    <a:pt x="114866" y="7849"/>
                  </a:cubicBezTo>
                  <a:cubicBezTo>
                    <a:pt x="114866" y="8942"/>
                    <a:pt x="113976" y="9832"/>
                    <a:pt x="112884" y="9832"/>
                  </a:cubicBezTo>
                  <a:cubicBezTo>
                    <a:pt x="111812" y="9832"/>
                    <a:pt x="110922" y="8942"/>
                    <a:pt x="110922" y="7849"/>
                  </a:cubicBezTo>
                  <a:cubicBezTo>
                    <a:pt x="110922" y="7485"/>
                    <a:pt x="111023" y="7141"/>
                    <a:pt x="111225" y="6838"/>
                  </a:cubicBezTo>
                  <a:cubicBezTo>
                    <a:pt x="111286" y="6737"/>
                    <a:pt x="111346" y="6656"/>
                    <a:pt x="111427" y="6555"/>
                  </a:cubicBezTo>
                  <a:lnTo>
                    <a:pt x="111427" y="6555"/>
                  </a:lnTo>
                  <a:lnTo>
                    <a:pt x="111367" y="6575"/>
                  </a:lnTo>
                  <a:lnTo>
                    <a:pt x="111367" y="6575"/>
                  </a:lnTo>
                  <a:lnTo>
                    <a:pt x="111448" y="6534"/>
                  </a:lnTo>
                  <a:cubicBezTo>
                    <a:pt x="111589" y="6373"/>
                    <a:pt x="111771" y="6231"/>
                    <a:pt x="111974" y="6130"/>
                  </a:cubicBezTo>
                  <a:lnTo>
                    <a:pt x="111609" y="5361"/>
                  </a:lnTo>
                  <a:lnTo>
                    <a:pt x="110861" y="5219"/>
                  </a:lnTo>
                  <a:lnTo>
                    <a:pt x="110861" y="3338"/>
                  </a:lnTo>
                  <a:lnTo>
                    <a:pt x="110274" y="2853"/>
                  </a:lnTo>
                  <a:lnTo>
                    <a:pt x="107584" y="2853"/>
                  </a:lnTo>
                  <a:lnTo>
                    <a:pt x="107584" y="4107"/>
                  </a:lnTo>
                  <a:lnTo>
                    <a:pt x="106795" y="4107"/>
                  </a:lnTo>
                  <a:lnTo>
                    <a:pt x="106795" y="4633"/>
                  </a:lnTo>
                  <a:lnTo>
                    <a:pt x="107179" y="5139"/>
                  </a:lnTo>
                  <a:lnTo>
                    <a:pt x="106613" y="6130"/>
                  </a:lnTo>
                  <a:cubicBezTo>
                    <a:pt x="107118" y="6352"/>
                    <a:pt x="107523" y="6797"/>
                    <a:pt x="107685" y="7344"/>
                  </a:cubicBezTo>
                  <a:cubicBezTo>
                    <a:pt x="107745" y="7526"/>
                    <a:pt x="107766" y="7708"/>
                    <a:pt x="107766" y="7910"/>
                  </a:cubicBezTo>
                  <a:cubicBezTo>
                    <a:pt x="107766" y="8112"/>
                    <a:pt x="107725" y="8315"/>
                    <a:pt x="107685" y="8497"/>
                  </a:cubicBezTo>
                  <a:cubicBezTo>
                    <a:pt x="107644" y="8618"/>
                    <a:pt x="107584" y="8739"/>
                    <a:pt x="107523" y="8861"/>
                  </a:cubicBezTo>
                  <a:cubicBezTo>
                    <a:pt x="107402" y="9083"/>
                    <a:pt x="107240" y="9265"/>
                    <a:pt x="107058" y="9427"/>
                  </a:cubicBezTo>
                  <a:cubicBezTo>
                    <a:pt x="106714" y="9710"/>
                    <a:pt x="106269" y="9893"/>
                    <a:pt x="105803" y="9893"/>
                  </a:cubicBezTo>
                  <a:cubicBezTo>
                    <a:pt x="105601" y="9893"/>
                    <a:pt x="105399" y="9852"/>
                    <a:pt x="105217" y="9791"/>
                  </a:cubicBezTo>
                  <a:cubicBezTo>
                    <a:pt x="104407" y="9549"/>
                    <a:pt x="103821" y="8800"/>
                    <a:pt x="103821" y="7910"/>
                  </a:cubicBezTo>
                  <a:cubicBezTo>
                    <a:pt x="103821" y="6979"/>
                    <a:pt x="104468" y="6211"/>
                    <a:pt x="105338" y="6008"/>
                  </a:cubicBezTo>
                  <a:lnTo>
                    <a:pt x="104832" y="5179"/>
                  </a:lnTo>
                  <a:lnTo>
                    <a:pt x="105379" y="3925"/>
                  </a:lnTo>
                  <a:lnTo>
                    <a:pt x="105338" y="2853"/>
                  </a:lnTo>
                  <a:lnTo>
                    <a:pt x="104711" y="1902"/>
                  </a:lnTo>
                  <a:lnTo>
                    <a:pt x="102890" y="2327"/>
                  </a:lnTo>
                  <a:lnTo>
                    <a:pt x="103720" y="2853"/>
                  </a:lnTo>
                  <a:lnTo>
                    <a:pt x="99087" y="2853"/>
                  </a:lnTo>
                  <a:lnTo>
                    <a:pt x="98622" y="3176"/>
                  </a:lnTo>
                  <a:lnTo>
                    <a:pt x="99087" y="4107"/>
                  </a:lnTo>
                  <a:lnTo>
                    <a:pt x="99087" y="4997"/>
                  </a:lnTo>
                  <a:lnTo>
                    <a:pt x="98622" y="5624"/>
                  </a:lnTo>
                  <a:lnTo>
                    <a:pt x="98622" y="5928"/>
                  </a:lnTo>
                  <a:lnTo>
                    <a:pt x="98682" y="5948"/>
                  </a:lnTo>
                  <a:lnTo>
                    <a:pt x="98703" y="5948"/>
                  </a:lnTo>
                  <a:cubicBezTo>
                    <a:pt x="98905" y="5948"/>
                    <a:pt x="99107" y="5988"/>
                    <a:pt x="99289" y="6029"/>
                  </a:cubicBezTo>
                  <a:cubicBezTo>
                    <a:pt x="100098" y="6292"/>
                    <a:pt x="100665" y="7040"/>
                    <a:pt x="100665" y="7910"/>
                  </a:cubicBezTo>
                  <a:cubicBezTo>
                    <a:pt x="100665" y="8800"/>
                    <a:pt x="100098" y="9549"/>
                    <a:pt x="99289" y="9791"/>
                  </a:cubicBezTo>
                  <a:cubicBezTo>
                    <a:pt x="99107" y="9852"/>
                    <a:pt x="98905" y="9893"/>
                    <a:pt x="98703" y="9893"/>
                  </a:cubicBezTo>
                  <a:cubicBezTo>
                    <a:pt x="98561" y="9893"/>
                    <a:pt x="98440" y="9872"/>
                    <a:pt x="98298" y="9852"/>
                  </a:cubicBezTo>
                  <a:cubicBezTo>
                    <a:pt x="97408" y="9650"/>
                    <a:pt x="96740" y="8861"/>
                    <a:pt x="96740" y="7910"/>
                  </a:cubicBezTo>
                  <a:cubicBezTo>
                    <a:pt x="96740" y="7789"/>
                    <a:pt x="96740" y="7667"/>
                    <a:pt x="96761" y="7546"/>
                  </a:cubicBezTo>
                  <a:cubicBezTo>
                    <a:pt x="96841" y="7202"/>
                    <a:pt x="97003" y="6878"/>
                    <a:pt x="97226" y="6615"/>
                  </a:cubicBezTo>
                  <a:lnTo>
                    <a:pt x="97185" y="6615"/>
                  </a:lnTo>
                  <a:lnTo>
                    <a:pt x="97266" y="6595"/>
                  </a:lnTo>
                  <a:cubicBezTo>
                    <a:pt x="97408" y="6433"/>
                    <a:pt x="97590" y="6292"/>
                    <a:pt x="97772" y="6191"/>
                  </a:cubicBezTo>
                  <a:lnTo>
                    <a:pt x="97408" y="5402"/>
                  </a:lnTo>
                  <a:lnTo>
                    <a:pt x="96680" y="5280"/>
                  </a:lnTo>
                  <a:lnTo>
                    <a:pt x="96680" y="3399"/>
                  </a:lnTo>
                  <a:lnTo>
                    <a:pt x="95486" y="1801"/>
                  </a:lnTo>
                  <a:lnTo>
                    <a:pt x="94960" y="2853"/>
                  </a:lnTo>
                  <a:lnTo>
                    <a:pt x="90267" y="2853"/>
                  </a:lnTo>
                  <a:lnTo>
                    <a:pt x="89356" y="749"/>
                  </a:lnTo>
                  <a:lnTo>
                    <a:pt x="88668" y="2428"/>
                  </a:lnTo>
                  <a:lnTo>
                    <a:pt x="90408" y="4896"/>
                  </a:lnTo>
                  <a:lnTo>
                    <a:pt x="89943" y="5826"/>
                  </a:lnTo>
                  <a:lnTo>
                    <a:pt x="90004" y="5847"/>
                  </a:lnTo>
                  <a:lnTo>
                    <a:pt x="90024" y="5847"/>
                  </a:lnTo>
                  <a:cubicBezTo>
                    <a:pt x="91096" y="5847"/>
                    <a:pt x="91986" y="6716"/>
                    <a:pt x="91986" y="7809"/>
                  </a:cubicBezTo>
                  <a:cubicBezTo>
                    <a:pt x="91986" y="8901"/>
                    <a:pt x="91096" y="9771"/>
                    <a:pt x="90024" y="9771"/>
                  </a:cubicBezTo>
                  <a:cubicBezTo>
                    <a:pt x="88931" y="9771"/>
                    <a:pt x="88041" y="8901"/>
                    <a:pt x="88041" y="7809"/>
                  </a:cubicBezTo>
                  <a:cubicBezTo>
                    <a:pt x="88041" y="7303"/>
                    <a:pt x="88244" y="6858"/>
                    <a:pt x="88547" y="6514"/>
                  </a:cubicBezTo>
                  <a:lnTo>
                    <a:pt x="88507" y="6514"/>
                  </a:lnTo>
                  <a:lnTo>
                    <a:pt x="88567" y="6494"/>
                  </a:lnTo>
                  <a:cubicBezTo>
                    <a:pt x="88729" y="6332"/>
                    <a:pt x="88891" y="6191"/>
                    <a:pt x="89093" y="6089"/>
                  </a:cubicBezTo>
                  <a:lnTo>
                    <a:pt x="88729" y="5300"/>
                  </a:lnTo>
                  <a:lnTo>
                    <a:pt x="87981" y="5159"/>
                  </a:lnTo>
                  <a:lnTo>
                    <a:pt x="87981" y="3298"/>
                  </a:lnTo>
                  <a:lnTo>
                    <a:pt x="87455" y="2853"/>
                  </a:lnTo>
                  <a:lnTo>
                    <a:pt x="84703" y="2853"/>
                  </a:lnTo>
                  <a:lnTo>
                    <a:pt x="84703" y="4006"/>
                  </a:lnTo>
                  <a:lnTo>
                    <a:pt x="83914" y="4006"/>
                  </a:lnTo>
                  <a:lnTo>
                    <a:pt x="83914" y="4511"/>
                  </a:lnTo>
                  <a:lnTo>
                    <a:pt x="84299" y="5037"/>
                  </a:lnTo>
                  <a:lnTo>
                    <a:pt x="83914" y="5442"/>
                  </a:lnTo>
                  <a:lnTo>
                    <a:pt x="84885" y="5847"/>
                  </a:lnTo>
                  <a:lnTo>
                    <a:pt x="83732" y="6029"/>
                  </a:lnTo>
                  <a:cubicBezTo>
                    <a:pt x="84420" y="6332"/>
                    <a:pt x="84885" y="7020"/>
                    <a:pt x="84885" y="7809"/>
                  </a:cubicBezTo>
                  <a:cubicBezTo>
                    <a:pt x="84885" y="8901"/>
                    <a:pt x="84016" y="9771"/>
                    <a:pt x="82923" y="9771"/>
                  </a:cubicBezTo>
                  <a:cubicBezTo>
                    <a:pt x="81831" y="9771"/>
                    <a:pt x="80961" y="8901"/>
                    <a:pt x="80961" y="7809"/>
                  </a:cubicBezTo>
                  <a:cubicBezTo>
                    <a:pt x="80961" y="6878"/>
                    <a:pt x="81608" y="6110"/>
                    <a:pt x="82458" y="5907"/>
                  </a:cubicBezTo>
                  <a:lnTo>
                    <a:pt x="81952" y="5078"/>
                  </a:lnTo>
                  <a:lnTo>
                    <a:pt x="82519" y="3824"/>
                  </a:lnTo>
                  <a:lnTo>
                    <a:pt x="82478" y="2853"/>
                  </a:lnTo>
                  <a:lnTo>
                    <a:pt x="78695" y="2853"/>
                  </a:lnTo>
                  <a:lnTo>
                    <a:pt x="77259" y="1437"/>
                  </a:lnTo>
                  <a:lnTo>
                    <a:pt x="76955" y="2145"/>
                  </a:lnTo>
                  <a:lnTo>
                    <a:pt x="76207" y="2145"/>
                  </a:lnTo>
                  <a:lnTo>
                    <a:pt x="74710" y="4248"/>
                  </a:lnTo>
                  <a:lnTo>
                    <a:pt x="76126" y="5867"/>
                  </a:lnTo>
                  <a:lnTo>
                    <a:pt x="76106" y="5867"/>
                  </a:lnTo>
                  <a:cubicBezTo>
                    <a:pt x="77056" y="6008"/>
                    <a:pt x="77805" y="6818"/>
                    <a:pt x="77805" y="7809"/>
                  </a:cubicBezTo>
                  <a:cubicBezTo>
                    <a:pt x="77805" y="8901"/>
                    <a:pt x="76915" y="9771"/>
                    <a:pt x="75822" y="9771"/>
                  </a:cubicBezTo>
                  <a:cubicBezTo>
                    <a:pt x="74750" y="9771"/>
                    <a:pt x="73860" y="8901"/>
                    <a:pt x="73860" y="7809"/>
                  </a:cubicBezTo>
                  <a:cubicBezTo>
                    <a:pt x="73860" y="7323"/>
                    <a:pt x="74042" y="6878"/>
                    <a:pt x="74346" y="6534"/>
                  </a:cubicBezTo>
                  <a:lnTo>
                    <a:pt x="74325" y="6534"/>
                  </a:lnTo>
                  <a:lnTo>
                    <a:pt x="74285" y="5644"/>
                  </a:lnTo>
                  <a:lnTo>
                    <a:pt x="73617" y="5442"/>
                  </a:lnTo>
                  <a:lnTo>
                    <a:pt x="73617" y="3864"/>
                  </a:lnTo>
                  <a:lnTo>
                    <a:pt x="74103" y="3864"/>
                  </a:lnTo>
                  <a:lnTo>
                    <a:pt x="74103" y="2853"/>
                  </a:lnTo>
                  <a:lnTo>
                    <a:pt x="71008" y="2853"/>
                  </a:lnTo>
                  <a:lnTo>
                    <a:pt x="69935" y="3945"/>
                  </a:lnTo>
                  <a:lnTo>
                    <a:pt x="69935" y="6049"/>
                  </a:lnTo>
                  <a:lnTo>
                    <a:pt x="69693" y="6110"/>
                  </a:lnTo>
                  <a:cubicBezTo>
                    <a:pt x="70279" y="6433"/>
                    <a:pt x="70704" y="7081"/>
                    <a:pt x="70704" y="7809"/>
                  </a:cubicBezTo>
                  <a:cubicBezTo>
                    <a:pt x="70704" y="8901"/>
                    <a:pt x="69814" y="9771"/>
                    <a:pt x="68742" y="9771"/>
                  </a:cubicBezTo>
                  <a:cubicBezTo>
                    <a:pt x="67649" y="9771"/>
                    <a:pt x="66759" y="8901"/>
                    <a:pt x="66759" y="7809"/>
                  </a:cubicBezTo>
                  <a:cubicBezTo>
                    <a:pt x="66759" y="7303"/>
                    <a:pt x="66962" y="6838"/>
                    <a:pt x="67285" y="6494"/>
                  </a:cubicBezTo>
                  <a:lnTo>
                    <a:pt x="69146" y="4491"/>
                  </a:lnTo>
                  <a:lnTo>
                    <a:pt x="69652" y="2832"/>
                  </a:lnTo>
                  <a:lnTo>
                    <a:pt x="66618" y="1437"/>
                  </a:lnTo>
                  <a:lnTo>
                    <a:pt x="66152" y="2832"/>
                  </a:lnTo>
                  <a:lnTo>
                    <a:pt x="66152" y="2853"/>
                  </a:lnTo>
                  <a:lnTo>
                    <a:pt x="62390" y="2853"/>
                  </a:lnTo>
                  <a:lnTo>
                    <a:pt x="62390" y="3318"/>
                  </a:lnTo>
                  <a:lnTo>
                    <a:pt x="61601" y="3702"/>
                  </a:lnTo>
                  <a:lnTo>
                    <a:pt x="61216" y="4633"/>
                  </a:lnTo>
                  <a:lnTo>
                    <a:pt x="62390" y="5685"/>
                  </a:lnTo>
                  <a:lnTo>
                    <a:pt x="62390" y="5988"/>
                  </a:lnTo>
                  <a:cubicBezTo>
                    <a:pt x="63098" y="6292"/>
                    <a:pt x="63603" y="7000"/>
                    <a:pt x="63603" y="7809"/>
                  </a:cubicBezTo>
                  <a:cubicBezTo>
                    <a:pt x="63603" y="8901"/>
                    <a:pt x="62734" y="9771"/>
                    <a:pt x="61641" y="9771"/>
                  </a:cubicBezTo>
                  <a:cubicBezTo>
                    <a:pt x="60549" y="9771"/>
                    <a:pt x="59679" y="8901"/>
                    <a:pt x="59679" y="7809"/>
                  </a:cubicBezTo>
                  <a:cubicBezTo>
                    <a:pt x="59679" y="7081"/>
                    <a:pt x="60083" y="6433"/>
                    <a:pt x="60690" y="6110"/>
                  </a:cubicBezTo>
                  <a:lnTo>
                    <a:pt x="60185" y="6029"/>
                  </a:lnTo>
                  <a:lnTo>
                    <a:pt x="60245" y="5685"/>
                  </a:lnTo>
                  <a:lnTo>
                    <a:pt x="60933" y="5685"/>
                  </a:lnTo>
                  <a:lnTo>
                    <a:pt x="60933" y="4997"/>
                  </a:lnTo>
                  <a:lnTo>
                    <a:pt x="59315" y="1194"/>
                  </a:lnTo>
                  <a:lnTo>
                    <a:pt x="58202" y="2853"/>
                  </a:lnTo>
                  <a:lnTo>
                    <a:pt x="54783" y="2853"/>
                  </a:lnTo>
                  <a:lnTo>
                    <a:pt x="54480" y="3075"/>
                  </a:lnTo>
                  <a:lnTo>
                    <a:pt x="54945" y="4006"/>
                  </a:lnTo>
                  <a:lnTo>
                    <a:pt x="54945" y="4896"/>
                  </a:lnTo>
                  <a:lnTo>
                    <a:pt x="54480" y="5523"/>
                  </a:lnTo>
                  <a:lnTo>
                    <a:pt x="54480" y="5826"/>
                  </a:lnTo>
                  <a:lnTo>
                    <a:pt x="54520" y="5847"/>
                  </a:lnTo>
                  <a:lnTo>
                    <a:pt x="54540" y="5847"/>
                  </a:lnTo>
                  <a:cubicBezTo>
                    <a:pt x="55633" y="5847"/>
                    <a:pt x="56503" y="6716"/>
                    <a:pt x="56503" y="7809"/>
                  </a:cubicBezTo>
                  <a:cubicBezTo>
                    <a:pt x="56503" y="8901"/>
                    <a:pt x="55633" y="9771"/>
                    <a:pt x="54540" y="9771"/>
                  </a:cubicBezTo>
                  <a:cubicBezTo>
                    <a:pt x="53448" y="9771"/>
                    <a:pt x="52578" y="8901"/>
                    <a:pt x="52578" y="7809"/>
                  </a:cubicBezTo>
                  <a:cubicBezTo>
                    <a:pt x="52578" y="7303"/>
                    <a:pt x="52760" y="6858"/>
                    <a:pt x="53084" y="6514"/>
                  </a:cubicBezTo>
                  <a:lnTo>
                    <a:pt x="53023" y="6514"/>
                  </a:lnTo>
                  <a:lnTo>
                    <a:pt x="53104" y="6494"/>
                  </a:lnTo>
                  <a:cubicBezTo>
                    <a:pt x="53246" y="6332"/>
                    <a:pt x="53428" y="6191"/>
                    <a:pt x="53610" y="6089"/>
                  </a:cubicBezTo>
                  <a:lnTo>
                    <a:pt x="53266" y="5300"/>
                  </a:lnTo>
                  <a:lnTo>
                    <a:pt x="52517" y="5159"/>
                  </a:lnTo>
                  <a:lnTo>
                    <a:pt x="52517" y="3298"/>
                  </a:lnTo>
                  <a:lnTo>
                    <a:pt x="51971" y="2853"/>
                  </a:lnTo>
                  <a:lnTo>
                    <a:pt x="49240" y="2853"/>
                  </a:lnTo>
                  <a:lnTo>
                    <a:pt x="49240" y="4006"/>
                  </a:lnTo>
                  <a:lnTo>
                    <a:pt x="48431" y="4006"/>
                  </a:lnTo>
                  <a:lnTo>
                    <a:pt x="48431" y="4511"/>
                  </a:lnTo>
                  <a:lnTo>
                    <a:pt x="48835" y="5037"/>
                  </a:lnTo>
                  <a:lnTo>
                    <a:pt x="48714" y="5786"/>
                  </a:lnTo>
                  <a:lnTo>
                    <a:pt x="48269" y="6029"/>
                  </a:lnTo>
                  <a:cubicBezTo>
                    <a:pt x="48937" y="6332"/>
                    <a:pt x="49422" y="7020"/>
                    <a:pt x="49422" y="7809"/>
                  </a:cubicBezTo>
                  <a:cubicBezTo>
                    <a:pt x="49422" y="8901"/>
                    <a:pt x="48532" y="9771"/>
                    <a:pt x="47440" y="9771"/>
                  </a:cubicBezTo>
                  <a:cubicBezTo>
                    <a:pt x="46367" y="9771"/>
                    <a:pt x="45477" y="8901"/>
                    <a:pt x="45477" y="7809"/>
                  </a:cubicBezTo>
                  <a:cubicBezTo>
                    <a:pt x="45477" y="6878"/>
                    <a:pt x="46125" y="6110"/>
                    <a:pt x="46994" y="5907"/>
                  </a:cubicBezTo>
                  <a:lnTo>
                    <a:pt x="46469" y="5078"/>
                  </a:lnTo>
                  <a:lnTo>
                    <a:pt x="47035" y="3824"/>
                  </a:lnTo>
                  <a:lnTo>
                    <a:pt x="46994" y="2853"/>
                  </a:lnTo>
                  <a:lnTo>
                    <a:pt x="39631" y="2853"/>
                  </a:lnTo>
                  <a:lnTo>
                    <a:pt x="39631" y="3601"/>
                  </a:lnTo>
                  <a:lnTo>
                    <a:pt x="40480" y="4350"/>
                  </a:lnTo>
                  <a:lnTo>
                    <a:pt x="40480" y="5240"/>
                  </a:lnTo>
                  <a:lnTo>
                    <a:pt x="41027" y="5968"/>
                  </a:lnTo>
                  <a:cubicBezTo>
                    <a:pt x="41553" y="6150"/>
                    <a:pt x="41957" y="6555"/>
                    <a:pt x="42180" y="7081"/>
                  </a:cubicBezTo>
                  <a:cubicBezTo>
                    <a:pt x="42281" y="7323"/>
                    <a:pt x="42342" y="7586"/>
                    <a:pt x="42342" y="7849"/>
                  </a:cubicBezTo>
                  <a:cubicBezTo>
                    <a:pt x="42342" y="8942"/>
                    <a:pt x="41451" y="9832"/>
                    <a:pt x="40379" y="9832"/>
                  </a:cubicBezTo>
                  <a:cubicBezTo>
                    <a:pt x="39550" y="9832"/>
                    <a:pt x="38842" y="9326"/>
                    <a:pt x="38559" y="8598"/>
                  </a:cubicBezTo>
                  <a:cubicBezTo>
                    <a:pt x="38437" y="8355"/>
                    <a:pt x="38376" y="8092"/>
                    <a:pt x="38376" y="7809"/>
                  </a:cubicBezTo>
                  <a:cubicBezTo>
                    <a:pt x="38376" y="7242"/>
                    <a:pt x="38639" y="6716"/>
                    <a:pt x="39024" y="6373"/>
                  </a:cubicBezTo>
                  <a:lnTo>
                    <a:pt x="38983" y="6373"/>
                  </a:lnTo>
                  <a:lnTo>
                    <a:pt x="39024" y="6110"/>
                  </a:lnTo>
                  <a:lnTo>
                    <a:pt x="38336" y="5685"/>
                  </a:lnTo>
                  <a:lnTo>
                    <a:pt x="38336" y="4815"/>
                  </a:lnTo>
                  <a:lnTo>
                    <a:pt x="38559" y="4350"/>
                  </a:lnTo>
                  <a:lnTo>
                    <a:pt x="38720" y="2853"/>
                  </a:lnTo>
                  <a:lnTo>
                    <a:pt x="35605" y="2853"/>
                  </a:lnTo>
                  <a:lnTo>
                    <a:pt x="34492" y="4006"/>
                  </a:lnTo>
                  <a:lnTo>
                    <a:pt x="34492" y="6110"/>
                  </a:lnTo>
                  <a:lnTo>
                    <a:pt x="34229" y="6150"/>
                  </a:lnTo>
                  <a:cubicBezTo>
                    <a:pt x="34836" y="6474"/>
                    <a:pt x="35241" y="7121"/>
                    <a:pt x="35241" y="7849"/>
                  </a:cubicBezTo>
                  <a:cubicBezTo>
                    <a:pt x="35241" y="8942"/>
                    <a:pt x="34371" y="9832"/>
                    <a:pt x="33278" y="9832"/>
                  </a:cubicBezTo>
                  <a:cubicBezTo>
                    <a:pt x="32186" y="9832"/>
                    <a:pt x="31316" y="8942"/>
                    <a:pt x="31316" y="7849"/>
                  </a:cubicBezTo>
                  <a:cubicBezTo>
                    <a:pt x="31316" y="7344"/>
                    <a:pt x="31498" y="6899"/>
                    <a:pt x="31822" y="6534"/>
                  </a:cubicBezTo>
                  <a:lnTo>
                    <a:pt x="32773" y="5847"/>
                  </a:lnTo>
                  <a:lnTo>
                    <a:pt x="32611" y="1902"/>
                  </a:lnTo>
                  <a:cubicBezTo>
                    <a:pt x="32611" y="1902"/>
                    <a:pt x="32469" y="2387"/>
                    <a:pt x="31964" y="2630"/>
                  </a:cubicBezTo>
                  <a:cubicBezTo>
                    <a:pt x="31536" y="2818"/>
                    <a:pt x="31296" y="2833"/>
                    <a:pt x="31232" y="2833"/>
                  </a:cubicBezTo>
                  <a:cubicBezTo>
                    <a:pt x="31221" y="2833"/>
                    <a:pt x="31215" y="2832"/>
                    <a:pt x="31215" y="2832"/>
                  </a:cubicBezTo>
                  <a:lnTo>
                    <a:pt x="31215" y="2853"/>
                  </a:lnTo>
                  <a:lnTo>
                    <a:pt x="26926" y="2853"/>
                  </a:lnTo>
                  <a:lnTo>
                    <a:pt x="26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57150" dist="9525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65100" y="344350"/>
              <a:ext cx="9013800" cy="47511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12;p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6" name="Google Shape;76;p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" name="Google Shape;78;p2"/>
          <p:cNvSpPr txBox="1">
            <a:spLocks noGrp="1"/>
          </p:cNvSpPr>
          <p:nvPr>
            <p:ph type="ctrTitle"/>
          </p:nvPr>
        </p:nvSpPr>
        <p:spPr>
          <a:xfrm>
            <a:off x="717525" y="1337638"/>
            <a:ext cx="5249400" cy="21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Londrina Solid"/>
              <a:buNone/>
              <a:defRPr sz="61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9pPr>
          </a:lstStyle>
          <a:p>
            <a:endParaRPr/>
          </a:p>
        </p:txBody>
      </p:sp>
      <p:sp>
        <p:nvSpPr>
          <p:cNvPr id="79" name="Google Shape;79;p2"/>
          <p:cNvSpPr txBox="1">
            <a:spLocks noGrp="1"/>
          </p:cNvSpPr>
          <p:nvPr>
            <p:ph type="subTitle" idx="1"/>
          </p:nvPr>
        </p:nvSpPr>
        <p:spPr>
          <a:xfrm>
            <a:off x="717525" y="3441363"/>
            <a:ext cx="3932100" cy="36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latin typeface="Antic"/>
                <a:ea typeface="Antic"/>
                <a:cs typeface="Antic"/>
                <a:sym typeface="Antic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3" name="Google Shape;83;p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84" name="Google Shape;84;p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85" name="Google Shape;85;p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7" name="Google Shape;147;p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" name="Google Shape;149;p3"/>
          <p:cNvSpPr txBox="1">
            <a:spLocks noGrp="1"/>
          </p:cNvSpPr>
          <p:nvPr>
            <p:ph type="title"/>
          </p:nvPr>
        </p:nvSpPr>
        <p:spPr>
          <a:xfrm>
            <a:off x="2049300" y="1918725"/>
            <a:ext cx="5045400" cy="205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6000"/>
            </a:lvl1pPr>
            <a:lvl2pPr lvl="1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150" name="Google Shape;150;p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936725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0"/>
              <a:buNone/>
              <a:defRPr sz="8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" name="Google Shape;151;p3"/>
          <p:cNvSpPr txBox="1">
            <a:spLocks noGrp="1"/>
          </p:cNvSpPr>
          <p:nvPr>
            <p:ph type="subTitle" idx="1"/>
          </p:nvPr>
        </p:nvSpPr>
        <p:spPr>
          <a:xfrm>
            <a:off x="2038200" y="4029800"/>
            <a:ext cx="5067600" cy="375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Google Shape;154;p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5" name="Google Shape;155;p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56" name="Google Shape;156;p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57" name="Google Shape;157;p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9" name="Google Shape;219;p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" name="Google Shape;221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4"/>
          <p:cNvSpPr txBox="1">
            <a:spLocks noGrp="1"/>
          </p:cNvSpPr>
          <p:nvPr>
            <p:ph type="body" idx="1"/>
          </p:nvPr>
        </p:nvSpPr>
        <p:spPr>
          <a:xfrm>
            <a:off x="720000" y="1139547"/>
            <a:ext cx="7704000" cy="33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" name="Google Shape;225;p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6" name="Google Shape;226;p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27" name="Google Shape;227;p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28" name="Google Shape;228;p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0" name="Google Shape;290;p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2" name="Google Shape;292;p5"/>
          <p:cNvSpPr txBox="1">
            <a:spLocks noGrp="1"/>
          </p:cNvSpPr>
          <p:nvPr>
            <p:ph type="subTitle" idx="1"/>
          </p:nvPr>
        </p:nvSpPr>
        <p:spPr>
          <a:xfrm rot="-233140">
            <a:off x="1176062" y="3455225"/>
            <a:ext cx="2155956" cy="389995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93" name="Google Shape;293;p5"/>
          <p:cNvSpPr txBox="1">
            <a:spLocks noGrp="1"/>
          </p:cNvSpPr>
          <p:nvPr>
            <p:ph type="subTitle" idx="2"/>
          </p:nvPr>
        </p:nvSpPr>
        <p:spPr>
          <a:xfrm>
            <a:off x="3493875" y="3609975"/>
            <a:ext cx="2156100" cy="3900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94" name="Google Shape;294;p5"/>
          <p:cNvSpPr txBox="1">
            <a:spLocks noGrp="1"/>
          </p:cNvSpPr>
          <p:nvPr>
            <p:ph type="subTitle" idx="3"/>
          </p:nvPr>
        </p:nvSpPr>
        <p:spPr>
          <a:xfrm rot="252770">
            <a:off x="5805956" y="3454860"/>
            <a:ext cx="2156226" cy="389843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95" name="Google Shape;295;p5"/>
          <p:cNvSpPr/>
          <p:nvPr/>
        </p:nvSpPr>
        <p:spPr>
          <a:xfrm rot="-233298">
            <a:off x="1299061" y="1425764"/>
            <a:ext cx="1725372" cy="172537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96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97" name="Google Shape;297;p5"/>
          <p:cNvSpPr txBox="1">
            <a:spLocks noGrp="1"/>
          </p:cNvSpPr>
          <p:nvPr>
            <p:ph type="subTitle" idx="4"/>
          </p:nvPr>
        </p:nvSpPr>
        <p:spPr>
          <a:xfrm>
            <a:off x="11073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98" name="Google Shape;298;p5"/>
          <p:cNvSpPr>
            <a:spLocks noGrp="1"/>
          </p:cNvSpPr>
          <p:nvPr>
            <p:ph type="pic" idx="5"/>
          </p:nvPr>
        </p:nvSpPr>
        <p:spPr>
          <a:xfrm rot="-233074">
            <a:off x="1391105" y="1517928"/>
            <a:ext cx="1541040" cy="1541040"/>
          </a:xfrm>
          <a:prstGeom prst="rect">
            <a:avLst/>
          </a:prstGeom>
          <a:noFill/>
          <a:ln>
            <a:noFill/>
          </a:ln>
        </p:spPr>
      </p:sp>
      <p:sp>
        <p:nvSpPr>
          <p:cNvPr id="299" name="Google Shape;299;p5"/>
          <p:cNvSpPr/>
          <p:nvPr/>
        </p:nvSpPr>
        <p:spPr>
          <a:xfrm>
            <a:off x="3709275" y="1577425"/>
            <a:ext cx="1725300" cy="1725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5"/>
          <p:cNvSpPr txBox="1">
            <a:spLocks noGrp="1"/>
          </p:cNvSpPr>
          <p:nvPr>
            <p:ph type="subTitle" idx="6"/>
          </p:nvPr>
        </p:nvSpPr>
        <p:spPr>
          <a:xfrm>
            <a:off x="3494025" y="4038834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01" name="Google Shape;301;p5"/>
          <p:cNvSpPr>
            <a:spLocks noGrp="1"/>
          </p:cNvSpPr>
          <p:nvPr>
            <p:ph type="pic" idx="7"/>
          </p:nvPr>
        </p:nvSpPr>
        <p:spPr>
          <a:xfrm>
            <a:off x="3801375" y="1669525"/>
            <a:ext cx="1541100" cy="1541100"/>
          </a:xfrm>
          <a:prstGeom prst="rect">
            <a:avLst/>
          </a:prstGeom>
          <a:noFill/>
          <a:ln>
            <a:noFill/>
          </a:ln>
        </p:spPr>
      </p:sp>
      <p:sp>
        <p:nvSpPr>
          <p:cNvPr id="302" name="Google Shape;302;p5"/>
          <p:cNvSpPr/>
          <p:nvPr/>
        </p:nvSpPr>
        <p:spPr>
          <a:xfrm rot="252506">
            <a:off x="6121589" y="1425914"/>
            <a:ext cx="1725152" cy="172515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" name="Google Shape;303;p5"/>
          <p:cNvSpPr txBox="1">
            <a:spLocks noGrp="1"/>
          </p:cNvSpPr>
          <p:nvPr>
            <p:ph type="subTitle" idx="8"/>
          </p:nvPr>
        </p:nvSpPr>
        <p:spPr>
          <a:xfrm>
            <a:off x="58806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04" name="Google Shape;304;p5"/>
          <p:cNvSpPr>
            <a:spLocks noGrp="1"/>
          </p:cNvSpPr>
          <p:nvPr>
            <p:ph type="pic" idx="9"/>
          </p:nvPr>
        </p:nvSpPr>
        <p:spPr>
          <a:xfrm rot="252528">
            <a:off x="6213674" y="1518028"/>
            <a:ext cx="1541056" cy="154105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" name="Google Shape;307;p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8" name="Google Shape;308;p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09" name="Google Shape;309;p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10" name="Google Shape;310;p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2" name="Google Shape;372;p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4" name="Google Shape;374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7" name="Google Shape;377;p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8" name="Google Shape;378;p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79" name="Google Shape;379;p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80" name="Google Shape;380;p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42" name="Google Shape;442;p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4" name="Google Shape;444;p7"/>
          <p:cNvSpPr/>
          <p:nvPr/>
        </p:nvSpPr>
        <p:spPr>
          <a:xfrm rot="384343">
            <a:off x="5028060" y="863413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445" name="Google Shape;445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552900" cy="105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46" name="Google Shape;446;p7"/>
          <p:cNvSpPr txBox="1">
            <a:spLocks noGrp="1"/>
          </p:cNvSpPr>
          <p:nvPr>
            <p:ph type="subTitle" idx="1"/>
          </p:nvPr>
        </p:nvSpPr>
        <p:spPr>
          <a:xfrm>
            <a:off x="720000" y="1700300"/>
            <a:ext cx="35529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Nunito Light"/>
              <a:buChar char="●"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●"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○"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  <p:sp>
        <p:nvSpPr>
          <p:cNvPr id="447" name="Google Shape;447;p7"/>
          <p:cNvSpPr/>
          <p:nvPr/>
        </p:nvSpPr>
        <p:spPr>
          <a:xfrm rot="382051">
            <a:off x="5645280" y="584107"/>
            <a:ext cx="3194608" cy="412402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" name="Google Shape;448;p7"/>
          <p:cNvSpPr>
            <a:spLocks noGrp="1"/>
          </p:cNvSpPr>
          <p:nvPr>
            <p:ph type="pic" idx="2"/>
          </p:nvPr>
        </p:nvSpPr>
        <p:spPr>
          <a:xfrm rot="381771">
            <a:off x="5734848" y="657033"/>
            <a:ext cx="3015576" cy="3977887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" name="Google Shape;451;p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2" name="Google Shape;452;p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53" name="Google Shape;453;p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54" name="Google Shape;454;p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468;p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469;p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6" name="Google Shape;516;p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8" name="Google Shape;518;p8"/>
          <p:cNvSpPr txBox="1">
            <a:spLocks noGrp="1"/>
          </p:cNvSpPr>
          <p:nvPr>
            <p:ph type="title"/>
          </p:nvPr>
        </p:nvSpPr>
        <p:spPr>
          <a:xfrm>
            <a:off x="2326100" y="1018825"/>
            <a:ext cx="5762700" cy="288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8000"/>
            </a:lvl1pPr>
            <a:lvl2pPr lvl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1" name="Google Shape;521;p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2" name="Google Shape;522;p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23" name="Google Shape;523;p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24" name="Google Shape;524;p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6" name="Google Shape;586;p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8" name="Google Shape;588;p9"/>
          <p:cNvSpPr txBox="1">
            <a:spLocks noGrp="1"/>
          </p:cNvSpPr>
          <p:nvPr>
            <p:ph type="title"/>
          </p:nvPr>
        </p:nvSpPr>
        <p:spPr>
          <a:xfrm>
            <a:off x="1279525" y="1440100"/>
            <a:ext cx="4161900" cy="1484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96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589" name="Google Shape;589;p9"/>
          <p:cNvSpPr txBox="1">
            <a:spLocks noGrp="1"/>
          </p:cNvSpPr>
          <p:nvPr>
            <p:ph type="subTitle" idx="1"/>
          </p:nvPr>
        </p:nvSpPr>
        <p:spPr>
          <a:xfrm>
            <a:off x="1279525" y="3001100"/>
            <a:ext cx="4161900" cy="72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1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2" name="Google Shape;592;p1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3" name="Google Shape;593;p1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94" name="Google Shape;594;p1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95" name="Google Shape;595;p1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596;p1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597;p1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1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1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1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1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602;p1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603;p1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1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605;p1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606;p1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1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1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1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1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1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1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1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614;p1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615;p1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1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1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1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1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1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1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1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1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1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1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1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1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1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1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1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1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1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1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1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1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1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1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1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1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1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1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1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1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1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1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1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1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1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1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1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1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1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1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1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1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1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7" name="Google Shape;657;p1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9" name="Google Shape;659;p10"/>
          <p:cNvSpPr/>
          <p:nvPr/>
        </p:nvSpPr>
        <p:spPr>
          <a:xfrm>
            <a:off x="191900" y="352775"/>
            <a:ext cx="8777400" cy="4662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0" name="Google Shape;660;p10"/>
          <p:cNvSpPr>
            <a:spLocks noGrp="1"/>
          </p:cNvSpPr>
          <p:nvPr>
            <p:ph type="pic" idx="2"/>
          </p:nvPr>
        </p:nvSpPr>
        <p:spPr>
          <a:xfrm rot="241">
            <a:off x="295450" y="428175"/>
            <a:ext cx="8552400" cy="4485300"/>
          </a:xfrm>
          <a:prstGeom prst="rect">
            <a:avLst/>
          </a:prstGeom>
          <a:noFill/>
          <a:ln>
            <a:noFill/>
          </a:ln>
        </p:spPr>
      </p:sp>
      <p:sp>
        <p:nvSpPr>
          <p:cNvPr id="661" name="Google Shape;661;p10"/>
          <p:cNvSpPr txBox="1">
            <a:spLocks noGrp="1"/>
          </p:cNvSpPr>
          <p:nvPr>
            <p:ph type="title"/>
          </p:nvPr>
        </p:nvSpPr>
        <p:spPr>
          <a:xfrm rot="-181457">
            <a:off x="918256" y="3962816"/>
            <a:ext cx="7306776" cy="543164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p1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4" name="Google Shape;664;p1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5" name="Google Shape;665;p1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66" name="Google Shape;666;p1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67" name="Google Shape;667;p1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1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1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1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1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1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1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1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1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1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1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1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1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1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1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1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1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1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1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1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1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1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1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1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1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1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1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1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1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1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1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1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1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1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1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1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1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1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1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1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1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1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1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1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1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1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29" name="Google Shape;729;p1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1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1" name="Google Shape;731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339825"/>
            <a:ext cx="6576000" cy="17163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82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32" name="Google Shape;732;p11"/>
          <p:cNvSpPr txBox="1">
            <a:spLocks noGrp="1"/>
          </p:cNvSpPr>
          <p:nvPr>
            <p:ph type="subTitle" idx="1"/>
          </p:nvPr>
        </p:nvSpPr>
        <p:spPr>
          <a:xfrm>
            <a:off x="1284000" y="30563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1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6" name="Google Shape;736;p1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7" name="Google Shape;737;p1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38" name="Google Shape;738;p1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39" name="Google Shape;739;p1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1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1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1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1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1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1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1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1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1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1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1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1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1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1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1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1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1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1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1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1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1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1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1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1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1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1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1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1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1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1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1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1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1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1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1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1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1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1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1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1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1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1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01" name="Google Shape;801;p1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1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3" name="Google Shape;803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04" name="Google Shape;804;p13"/>
          <p:cNvSpPr txBox="1">
            <a:spLocks noGrp="1"/>
          </p:cNvSpPr>
          <p:nvPr>
            <p:ph type="subTitle" idx="1"/>
          </p:nvPr>
        </p:nvSpPr>
        <p:spPr>
          <a:xfrm>
            <a:off x="92732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05" name="Google Shape;805;p13"/>
          <p:cNvSpPr txBox="1">
            <a:spLocks noGrp="1"/>
          </p:cNvSpPr>
          <p:nvPr>
            <p:ph type="subTitle" idx="2"/>
          </p:nvPr>
        </p:nvSpPr>
        <p:spPr>
          <a:xfrm>
            <a:off x="92732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06" name="Google Shape;806;p13"/>
          <p:cNvSpPr txBox="1">
            <a:spLocks noGrp="1"/>
          </p:cNvSpPr>
          <p:nvPr>
            <p:ph type="title" idx="3" hasCustomPrompt="1"/>
          </p:nvPr>
        </p:nvSpPr>
        <p:spPr>
          <a:xfrm>
            <a:off x="165062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07" name="Google Shape;807;p13"/>
          <p:cNvSpPr txBox="1">
            <a:spLocks noGrp="1"/>
          </p:cNvSpPr>
          <p:nvPr>
            <p:ph type="title" idx="4" hasCustomPrompt="1"/>
          </p:nvPr>
        </p:nvSpPr>
        <p:spPr>
          <a:xfrm>
            <a:off x="165062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08" name="Google Shape;808;p13"/>
          <p:cNvSpPr txBox="1">
            <a:spLocks noGrp="1"/>
          </p:cNvSpPr>
          <p:nvPr>
            <p:ph type="subTitle" idx="5"/>
          </p:nvPr>
        </p:nvSpPr>
        <p:spPr>
          <a:xfrm>
            <a:off x="92732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09" name="Google Shape;809;p13"/>
          <p:cNvSpPr txBox="1">
            <a:spLocks noGrp="1"/>
          </p:cNvSpPr>
          <p:nvPr>
            <p:ph type="subTitle" idx="6"/>
          </p:nvPr>
        </p:nvSpPr>
        <p:spPr>
          <a:xfrm>
            <a:off x="92732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10" name="Google Shape;810;p13"/>
          <p:cNvSpPr txBox="1">
            <a:spLocks noGrp="1"/>
          </p:cNvSpPr>
          <p:nvPr>
            <p:ph type="subTitle" idx="7"/>
          </p:nvPr>
        </p:nvSpPr>
        <p:spPr>
          <a:xfrm>
            <a:off x="3481350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11" name="Google Shape;811;p13"/>
          <p:cNvSpPr txBox="1">
            <a:spLocks noGrp="1"/>
          </p:cNvSpPr>
          <p:nvPr>
            <p:ph type="subTitle" idx="8"/>
          </p:nvPr>
        </p:nvSpPr>
        <p:spPr>
          <a:xfrm>
            <a:off x="3481350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12" name="Google Shape;812;p13"/>
          <p:cNvSpPr txBox="1">
            <a:spLocks noGrp="1"/>
          </p:cNvSpPr>
          <p:nvPr>
            <p:ph type="title" idx="9" hasCustomPrompt="1"/>
          </p:nvPr>
        </p:nvSpPr>
        <p:spPr>
          <a:xfrm>
            <a:off x="4204650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13" name="Google Shape;813;p13"/>
          <p:cNvSpPr txBox="1">
            <a:spLocks noGrp="1"/>
          </p:cNvSpPr>
          <p:nvPr>
            <p:ph type="title" idx="13" hasCustomPrompt="1"/>
          </p:nvPr>
        </p:nvSpPr>
        <p:spPr>
          <a:xfrm>
            <a:off x="4204650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14" name="Google Shape;814;p13"/>
          <p:cNvSpPr txBox="1">
            <a:spLocks noGrp="1"/>
          </p:cNvSpPr>
          <p:nvPr>
            <p:ph type="subTitle" idx="14"/>
          </p:nvPr>
        </p:nvSpPr>
        <p:spPr>
          <a:xfrm>
            <a:off x="3481350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15" name="Google Shape;815;p13"/>
          <p:cNvSpPr txBox="1">
            <a:spLocks noGrp="1"/>
          </p:cNvSpPr>
          <p:nvPr>
            <p:ph type="subTitle" idx="15"/>
          </p:nvPr>
        </p:nvSpPr>
        <p:spPr>
          <a:xfrm>
            <a:off x="3481350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16" name="Google Shape;816;p13"/>
          <p:cNvSpPr txBox="1">
            <a:spLocks noGrp="1"/>
          </p:cNvSpPr>
          <p:nvPr>
            <p:ph type="subTitle" idx="16"/>
          </p:nvPr>
        </p:nvSpPr>
        <p:spPr>
          <a:xfrm>
            <a:off x="603537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17" name="Google Shape;817;p13"/>
          <p:cNvSpPr txBox="1">
            <a:spLocks noGrp="1"/>
          </p:cNvSpPr>
          <p:nvPr>
            <p:ph type="subTitle" idx="17"/>
          </p:nvPr>
        </p:nvSpPr>
        <p:spPr>
          <a:xfrm>
            <a:off x="603537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18" name="Google Shape;818;p13"/>
          <p:cNvSpPr txBox="1">
            <a:spLocks noGrp="1"/>
          </p:cNvSpPr>
          <p:nvPr>
            <p:ph type="title" idx="18" hasCustomPrompt="1"/>
          </p:nvPr>
        </p:nvSpPr>
        <p:spPr>
          <a:xfrm>
            <a:off x="675867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19" name="Google Shape;819;p13"/>
          <p:cNvSpPr txBox="1">
            <a:spLocks noGrp="1"/>
          </p:cNvSpPr>
          <p:nvPr>
            <p:ph type="title" idx="19" hasCustomPrompt="1"/>
          </p:nvPr>
        </p:nvSpPr>
        <p:spPr>
          <a:xfrm>
            <a:off x="675867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20" name="Google Shape;820;p13"/>
          <p:cNvSpPr txBox="1">
            <a:spLocks noGrp="1"/>
          </p:cNvSpPr>
          <p:nvPr>
            <p:ph type="subTitle" idx="20"/>
          </p:nvPr>
        </p:nvSpPr>
        <p:spPr>
          <a:xfrm>
            <a:off x="603537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21" name="Google Shape;821;p13"/>
          <p:cNvSpPr txBox="1">
            <a:spLocks noGrp="1"/>
          </p:cNvSpPr>
          <p:nvPr>
            <p:ph type="subTitle" idx="21"/>
          </p:nvPr>
        </p:nvSpPr>
        <p:spPr>
          <a:xfrm>
            <a:off x="603537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1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4" name="Google Shape;824;p1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5" name="Google Shape;825;p1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826" name="Google Shape;826;p1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827" name="Google Shape;827;p1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1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1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1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1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1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1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1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1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1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1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1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1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1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1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1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1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1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1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1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1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1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1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1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1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1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1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1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1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1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1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1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1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1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1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1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1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1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1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1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1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1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1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1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1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1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1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1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1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1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1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1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1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1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1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1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1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1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1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1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1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1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89" name="Google Shape;889;p1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1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1" name="Google Shape;891;p14"/>
          <p:cNvSpPr txBox="1">
            <a:spLocks noGrp="1"/>
          </p:cNvSpPr>
          <p:nvPr>
            <p:ph type="title"/>
          </p:nvPr>
        </p:nvSpPr>
        <p:spPr>
          <a:xfrm rot="-241977">
            <a:off x="3564552" y="2972102"/>
            <a:ext cx="4743346" cy="66193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892" name="Google Shape;892;p14"/>
          <p:cNvSpPr txBox="1">
            <a:spLocks noGrp="1"/>
          </p:cNvSpPr>
          <p:nvPr>
            <p:ph type="subTitle" idx="1"/>
          </p:nvPr>
        </p:nvSpPr>
        <p:spPr>
          <a:xfrm rot="-242007">
            <a:off x="2953358" y="1019707"/>
            <a:ext cx="5258825" cy="1863417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1"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" name="Google Shape;894;p1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5" name="Google Shape;895;p1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96" name="Google Shape;896;p1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897" name="Google Shape;897;p1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898" name="Google Shape;898;p1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1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1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1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1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1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1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1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1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1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1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1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1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1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1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1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1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1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1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1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1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1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1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1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1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1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1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1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1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1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1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1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1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1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1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1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1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1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1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1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1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1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1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1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1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1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1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1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1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1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1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1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1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1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1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1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1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1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1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1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1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1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60" name="Google Shape;960;p1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2" name="Google Shape;962;p15"/>
          <p:cNvSpPr txBox="1">
            <a:spLocks noGrp="1"/>
          </p:cNvSpPr>
          <p:nvPr>
            <p:ph type="title"/>
          </p:nvPr>
        </p:nvSpPr>
        <p:spPr>
          <a:xfrm>
            <a:off x="720000" y="1692100"/>
            <a:ext cx="4232100" cy="7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963" name="Google Shape;963;p15"/>
          <p:cNvSpPr txBox="1">
            <a:spLocks noGrp="1"/>
          </p:cNvSpPr>
          <p:nvPr>
            <p:ph type="body" idx="1"/>
          </p:nvPr>
        </p:nvSpPr>
        <p:spPr>
          <a:xfrm>
            <a:off x="720000" y="2416875"/>
            <a:ext cx="4339200" cy="141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3pPr>
            <a:lvl4pPr marL="1828800" lvl="3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4pPr>
            <a:lvl5pPr marL="2286000" lvl="4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5pPr>
            <a:lvl6pPr marL="2743200" lvl="5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6pPr>
            <a:lvl7pPr marL="3200400" lvl="6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7pPr>
            <a:lvl8pPr marL="3657600" lvl="7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8pPr>
            <a:lvl9pPr marL="4114800" lvl="8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" name="Google Shape;965;p1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6" name="Google Shape;966;p16"/>
          <p:cNvSpPr/>
          <p:nvPr/>
        </p:nvSpPr>
        <p:spPr>
          <a:xfrm flipH="1"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7" name="Google Shape;967;p16"/>
          <p:cNvGrpSpPr/>
          <p:nvPr/>
        </p:nvGrpSpPr>
        <p:grpSpPr>
          <a:xfrm flipH="1"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968" name="Google Shape;968;p1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969" name="Google Shape;969;p1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1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1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1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1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1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1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1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1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1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1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1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1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1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1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1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1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1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1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1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1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1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1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1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1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1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1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1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1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1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1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1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1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1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1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1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1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1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1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1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1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1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1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1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1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1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1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1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1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1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1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1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1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1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1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1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1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1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1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1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1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1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31" name="Google Shape;1031;p1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3" name="Google Shape;1033;p16"/>
          <p:cNvSpPr/>
          <p:nvPr/>
        </p:nvSpPr>
        <p:spPr>
          <a:xfrm rot="-384343" flipH="1">
            <a:off x="2520707" y="970438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1034" name="Google Shape;1034;p16"/>
          <p:cNvSpPr/>
          <p:nvPr/>
        </p:nvSpPr>
        <p:spPr>
          <a:xfrm rot="-336375">
            <a:off x="947065" y="661989"/>
            <a:ext cx="3982951" cy="3999847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5" name="Google Shape;1035;p16"/>
          <p:cNvSpPr txBox="1">
            <a:spLocks noGrp="1"/>
          </p:cNvSpPr>
          <p:nvPr>
            <p:ph type="title"/>
          </p:nvPr>
        </p:nvSpPr>
        <p:spPr>
          <a:xfrm>
            <a:off x="5729400" y="607575"/>
            <a:ext cx="2701500" cy="229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36" name="Google Shape;1036;p16"/>
          <p:cNvSpPr txBox="1">
            <a:spLocks noGrp="1"/>
          </p:cNvSpPr>
          <p:nvPr>
            <p:ph type="subTitle" idx="1"/>
          </p:nvPr>
        </p:nvSpPr>
        <p:spPr>
          <a:xfrm>
            <a:off x="5729400" y="2903625"/>
            <a:ext cx="2701500" cy="111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37" name="Google Shape;1037;p16"/>
          <p:cNvSpPr>
            <a:spLocks noGrp="1"/>
          </p:cNvSpPr>
          <p:nvPr>
            <p:ph type="pic" idx="2"/>
          </p:nvPr>
        </p:nvSpPr>
        <p:spPr>
          <a:xfrm rot="-336383">
            <a:off x="1054348" y="775147"/>
            <a:ext cx="3758680" cy="378008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1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Google Shape;1039;p1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0" name="Google Shape;1040;p1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41" name="Google Shape;1041;p1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042" name="Google Shape;1042;p1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043" name="Google Shape;1043;p1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1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1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1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1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1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1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1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1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1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1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1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1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1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1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1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1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1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1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1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1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1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1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1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1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1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1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1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1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1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1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1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1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1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1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1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1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1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1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1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1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1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1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1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1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1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1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1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1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1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1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1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1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1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1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1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1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1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1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1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1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1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105" name="Google Shape;1105;p1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1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7" name="Google Shape;1107;p17"/>
          <p:cNvSpPr txBox="1">
            <a:spLocks noGrp="1"/>
          </p:cNvSpPr>
          <p:nvPr>
            <p:ph type="title"/>
          </p:nvPr>
        </p:nvSpPr>
        <p:spPr>
          <a:xfrm>
            <a:off x="720000" y="1942350"/>
            <a:ext cx="3597900" cy="10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7"/>
          <p:cNvSpPr txBox="1">
            <a:spLocks noGrp="1"/>
          </p:cNvSpPr>
          <p:nvPr>
            <p:ph type="subTitle" idx="1"/>
          </p:nvPr>
        </p:nvSpPr>
        <p:spPr>
          <a:xfrm>
            <a:off x="720000" y="3005550"/>
            <a:ext cx="3597900" cy="8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1">
    <p:spTree>
      <p:nvGrpSpPr>
        <p:cNvPr id="1" name="Shape 1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" name="Google Shape;1110;p1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1" name="Google Shape;1111;p1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12" name="Google Shape;1112;p1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113" name="Google Shape;1113;p1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114" name="Google Shape;1114;p1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1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1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1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1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1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1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1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1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1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1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1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1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1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1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1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1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1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1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1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1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1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1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1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1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1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1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1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1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1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1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1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1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1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1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1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1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1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1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1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1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1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1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1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1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1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1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1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1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1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1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1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1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1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1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1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1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1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1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1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1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1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176" name="Google Shape;1176;p1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1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8" name="Google Shape;1178;p18"/>
          <p:cNvSpPr txBox="1">
            <a:spLocks noGrp="1"/>
          </p:cNvSpPr>
          <p:nvPr>
            <p:ph type="title"/>
          </p:nvPr>
        </p:nvSpPr>
        <p:spPr>
          <a:xfrm>
            <a:off x="4837200" y="1958400"/>
            <a:ext cx="3593400" cy="10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79" name="Google Shape;1179;p18"/>
          <p:cNvSpPr txBox="1">
            <a:spLocks noGrp="1"/>
          </p:cNvSpPr>
          <p:nvPr>
            <p:ph type="subTitle" idx="1"/>
          </p:nvPr>
        </p:nvSpPr>
        <p:spPr>
          <a:xfrm>
            <a:off x="4837371" y="3019200"/>
            <a:ext cx="35934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2">
    <p:spTree>
      <p:nvGrpSpPr>
        <p:cNvPr id="1" name="Shape 1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" name="Google Shape;1181;p1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2" name="Google Shape;1182;p1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3" name="Google Shape;1183;p1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184" name="Google Shape;1184;p1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185" name="Google Shape;1185;p1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1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1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1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1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1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1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1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1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1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1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1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1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1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1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1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1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1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1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1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1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1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1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1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1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1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1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1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1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1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1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1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1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1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1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1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1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1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1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1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1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1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1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1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1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1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1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1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1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1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1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1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1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1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1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1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1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1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1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1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1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1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47" name="Google Shape;1247;p1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1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49" name="Google Shape;124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50" name="Google Shape;1250;p19"/>
          <p:cNvSpPr txBox="1">
            <a:spLocks noGrp="1"/>
          </p:cNvSpPr>
          <p:nvPr>
            <p:ph type="body" idx="1"/>
          </p:nvPr>
        </p:nvSpPr>
        <p:spPr>
          <a:xfrm>
            <a:off x="720000" y="1291940"/>
            <a:ext cx="7704000" cy="289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Google Shape;1252;p2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3" name="Google Shape;1253;p2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54" name="Google Shape;1254;p2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255" name="Google Shape;1255;p2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256" name="Google Shape;1256;p2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2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2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2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2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2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2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2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2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2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2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2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2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2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2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2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2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2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2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2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2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2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2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2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2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2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2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2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2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2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2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2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2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2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2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2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2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18" name="Google Shape;1318;p2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0" name="Google Shape;1320;p2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321" name="Google Shape;1321;p20"/>
          <p:cNvSpPr txBox="1">
            <a:spLocks noGrp="1"/>
          </p:cNvSpPr>
          <p:nvPr>
            <p:ph type="subTitle" idx="1"/>
          </p:nvPr>
        </p:nvSpPr>
        <p:spPr>
          <a:xfrm>
            <a:off x="598675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322" name="Google Shape;1322;p20"/>
          <p:cNvSpPr txBox="1">
            <a:spLocks noGrp="1"/>
          </p:cNvSpPr>
          <p:nvPr>
            <p:ph type="subTitle" idx="2"/>
          </p:nvPr>
        </p:nvSpPr>
        <p:spPr>
          <a:xfrm>
            <a:off x="72000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323" name="Google Shape;1323;p20"/>
          <p:cNvSpPr txBox="1">
            <a:spLocks noGrp="1"/>
          </p:cNvSpPr>
          <p:nvPr>
            <p:ph type="subTitle" idx="3"/>
          </p:nvPr>
        </p:nvSpPr>
        <p:spPr>
          <a:xfrm>
            <a:off x="719999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324" name="Google Shape;1324;p20"/>
          <p:cNvSpPr txBox="1">
            <a:spLocks noGrp="1"/>
          </p:cNvSpPr>
          <p:nvPr>
            <p:ph type="subTitle" idx="4"/>
          </p:nvPr>
        </p:nvSpPr>
        <p:spPr>
          <a:xfrm>
            <a:off x="5986751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1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6" name="Google Shape;1326;p2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7" name="Google Shape;1327;p2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8" name="Google Shape;1328;p2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329" name="Google Shape;1329;p2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330" name="Google Shape;1330;p2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2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2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2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2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2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2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2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2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2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2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2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2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2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2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2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2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2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2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2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2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2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2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2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2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2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2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2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2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2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2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2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2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2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2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2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2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2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2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2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2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2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2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2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92" name="Google Shape;1392;p2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4" name="Google Shape;1394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395" name="Google Shape;1395;p21"/>
          <p:cNvSpPr txBox="1">
            <a:spLocks noGrp="1"/>
          </p:cNvSpPr>
          <p:nvPr>
            <p:ph type="subTitle" idx="1"/>
          </p:nvPr>
        </p:nvSpPr>
        <p:spPr>
          <a:xfrm>
            <a:off x="4738074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396" name="Google Shape;1396;p21"/>
          <p:cNvSpPr txBox="1">
            <a:spLocks noGrp="1"/>
          </p:cNvSpPr>
          <p:nvPr>
            <p:ph type="subTitle" idx="2"/>
          </p:nvPr>
        </p:nvSpPr>
        <p:spPr>
          <a:xfrm>
            <a:off x="1192575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8" name="Google Shape;1398;p22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9" name="Google Shape;1399;p22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0" name="Google Shape;1400;p2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401" name="Google Shape;1401;p2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402" name="Google Shape;1402;p2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2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2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2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2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2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2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2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2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2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2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2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2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2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2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2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2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2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2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2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2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2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2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2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2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2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2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2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2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2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2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2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2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2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2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2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2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2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2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2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2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2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2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2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2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2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2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2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2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2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2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2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2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2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2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2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2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2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2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2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2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2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64" name="Google Shape;1464;p2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6" name="Google Shape;1466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467" name="Google Shape;1467;p22"/>
          <p:cNvSpPr txBox="1">
            <a:spLocks noGrp="1"/>
          </p:cNvSpPr>
          <p:nvPr>
            <p:ph type="subTitle" idx="1"/>
          </p:nvPr>
        </p:nvSpPr>
        <p:spPr>
          <a:xfrm>
            <a:off x="71337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8" name="Google Shape;1468;p22"/>
          <p:cNvSpPr txBox="1">
            <a:spLocks noGrp="1"/>
          </p:cNvSpPr>
          <p:nvPr>
            <p:ph type="subTitle" idx="2"/>
          </p:nvPr>
        </p:nvSpPr>
        <p:spPr>
          <a:xfrm>
            <a:off x="3548400" y="3449601"/>
            <a:ext cx="20472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9" name="Google Shape;1469;p22"/>
          <p:cNvSpPr txBox="1">
            <a:spLocks noGrp="1"/>
          </p:cNvSpPr>
          <p:nvPr>
            <p:ph type="subTitle" idx="3"/>
          </p:nvPr>
        </p:nvSpPr>
        <p:spPr>
          <a:xfrm>
            <a:off x="648873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70" name="Google Shape;1470;p22"/>
          <p:cNvSpPr txBox="1">
            <a:spLocks noGrp="1"/>
          </p:cNvSpPr>
          <p:nvPr>
            <p:ph type="subTitle" idx="4"/>
          </p:nvPr>
        </p:nvSpPr>
        <p:spPr>
          <a:xfrm>
            <a:off x="713375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471" name="Google Shape;1471;p22"/>
          <p:cNvSpPr txBox="1">
            <a:spLocks noGrp="1"/>
          </p:cNvSpPr>
          <p:nvPr>
            <p:ph type="subTitle" idx="5"/>
          </p:nvPr>
        </p:nvSpPr>
        <p:spPr>
          <a:xfrm>
            <a:off x="3548401" y="2563650"/>
            <a:ext cx="20472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472" name="Google Shape;1472;p22"/>
          <p:cNvSpPr txBox="1">
            <a:spLocks noGrp="1"/>
          </p:cNvSpPr>
          <p:nvPr>
            <p:ph type="subTitle" idx="6"/>
          </p:nvPr>
        </p:nvSpPr>
        <p:spPr>
          <a:xfrm>
            <a:off x="6488728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p2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5" name="Google Shape;1475;p2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6" name="Google Shape;1476;p2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477" name="Google Shape;1477;p2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478" name="Google Shape;1478;p2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2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2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2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2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2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2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2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2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2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2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2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2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2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2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2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2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2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2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2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2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2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2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2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2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2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2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2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2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2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2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2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40" name="Google Shape;1540;p2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2" name="Google Shape;1542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543" name="Google Shape;1543;p23"/>
          <p:cNvSpPr txBox="1">
            <a:spLocks noGrp="1"/>
          </p:cNvSpPr>
          <p:nvPr>
            <p:ph type="subTitle" idx="1"/>
          </p:nvPr>
        </p:nvSpPr>
        <p:spPr>
          <a:xfrm>
            <a:off x="713226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44" name="Google Shape;1544;p23"/>
          <p:cNvSpPr txBox="1">
            <a:spLocks noGrp="1"/>
          </p:cNvSpPr>
          <p:nvPr>
            <p:ph type="subTitle" idx="2"/>
          </p:nvPr>
        </p:nvSpPr>
        <p:spPr>
          <a:xfrm>
            <a:off x="713226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545" name="Google Shape;1545;p23"/>
          <p:cNvSpPr txBox="1">
            <a:spLocks noGrp="1"/>
          </p:cNvSpPr>
          <p:nvPr>
            <p:ph type="subTitle" idx="3"/>
          </p:nvPr>
        </p:nvSpPr>
        <p:spPr>
          <a:xfrm>
            <a:off x="1399026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46" name="Google Shape;1546;p23"/>
          <p:cNvSpPr txBox="1">
            <a:spLocks noGrp="1"/>
          </p:cNvSpPr>
          <p:nvPr>
            <p:ph type="subTitle" idx="4"/>
          </p:nvPr>
        </p:nvSpPr>
        <p:spPr>
          <a:xfrm>
            <a:off x="1399026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547" name="Google Shape;1547;p23"/>
          <p:cNvSpPr txBox="1">
            <a:spLocks noGrp="1"/>
          </p:cNvSpPr>
          <p:nvPr>
            <p:ph type="subTitle" idx="5"/>
          </p:nvPr>
        </p:nvSpPr>
        <p:spPr>
          <a:xfrm>
            <a:off x="655950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48" name="Google Shape;1548;p23"/>
          <p:cNvSpPr txBox="1">
            <a:spLocks noGrp="1"/>
          </p:cNvSpPr>
          <p:nvPr>
            <p:ph type="subTitle" idx="6"/>
          </p:nvPr>
        </p:nvSpPr>
        <p:spPr>
          <a:xfrm>
            <a:off x="655950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549" name="Google Shape;1549;p23"/>
          <p:cNvSpPr txBox="1">
            <a:spLocks noGrp="1"/>
          </p:cNvSpPr>
          <p:nvPr>
            <p:ph type="subTitle" idx="7"/>
          </p:nvPr>
        </p:nvSpPr>
        <p:spPr>
          <a:xfrm>
            <a:off x="587370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50" name="Google Shape;1550;p23"/>
          <p:cNvSpPr txBox="1">
            <a:spLocks noGrp="1"/>
          </p:cNvSpPr>
          <p:nvPr>
            <p:ph type="subTitle" idx="8"/>
          </p:nvPr>
        </p:nvSpPr>
        <p:spPr>
          <a:xfrm>
            <a:off x="587370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5_1">
    <p:spTree>
      <p:nvGrpSpPr>
        <p:cNvPr id="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" name="Google Shape;1552;p2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3" name="Google Shape;1553;p2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54" name="Google Shape;1554;p2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555" name="Google Shape;1555;p2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556" name="Google Shape;1556;p2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2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2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2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" name="Google Shape;1565;p2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2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2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2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2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2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2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2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" name="Google Shape;1585;p2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2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2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2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2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2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2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2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2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2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2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2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2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2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2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2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2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2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2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2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2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18" name="Google Shape;1618;p2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0" name="Google Shape;1620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24"/>
          <p:cNvSpPr txBox="1">
            <a:spLocks noGrp="1"/>
          </p:cNvSpPr>
          <p:nvPr>
            <p:ph type="subTitle" idx="1"/>
          </p:nvPr>
        </p:nvSpPr>
        <p:spPr>
          <a:xfrm>
            <a:off x="7045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622" name="Google Shape;1622;p24"/>
          <p:cNvSpPr txBox="1">
            <a:spLocks noGrp="1"/>
          </p:cNvSpPr>
          <p:nvPr>
            <p:ph type="subTitle" idx="2"/>
          </p:nvPr>
        </p:nvSpPr>
        <p:spPr>
          <a:xfrm>
            <a:off x="7045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623" name="Google Shape;1623;p24"/>
          <p:cNvSpPr txBox="1">
            <a:spLocks noGrp="1"/>
          </p:cNvSpPr>
          <p:nvPr>
            <p:ph type="subTitle" idx="3"/>
          </p:nvPr>
        </p:nvSpPr>
        <p:spPr>
          <a:xfrm>
            <a:off x="145615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624" name="Google Shape;1624;p24"/>
          <p:cNvSpPr txBox="1">
            <a:spLocks noGrp="1"/>
          </p:cNvSpPr>
          <p:nvPr>
            <p:ph type="subTitle" idx="4"/>
          </p:nvPr>
        </p:nvSpPr>
        <p:spPr>
          <a:xfrm>
            <a:off x="145615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625" name="Google Shape;1625;p24"/>
          <p:cNvSpPr txBox="1">
            <a:spLocks noGrp="1"/>
          </p:cNvSpPr>
          <p:nvPr>
            <p:ph type="subTitle" idx="5"/>
          </p:nvPr>
        </p:nvSpPr>
        <p:spPr>
          <a:xfrm>
            <a:off x="65749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626" name="Google Shape;1626;p24"/>
          <p:cNvSpPr txBox="1">
            <a:spLocks noGrp="1"/>
          </p:cNvSpPr>
          <p:nvPr>
            <p:ph type="subTitle" idx="6"/>
          </p:nvPr>
        </p:nvSpPr>
        <p:spPr>
          <a:xfrm>
            <a:off x="65749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627" name="Google Shape;1627;p24"/>
          <p:cNvSpPr txBox="1">
            <a:spLocks noGrp="1"/>
          </p:cNvSpPr>
          <p:nvPr>
            <p:ph type="subTitle" idx="7"/>
          </p:nvPr>
        </p:nvSpPr>
        <p:spPr>
          <a:xfrm>
            <a:off x="5787350" y="3938600"/>
            <a:ext cx="1936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628" name="Google Shape;1628;p24"/>
          <p:cNvSpPr txBox="1">
            <a:spLocks noGrp="1"/>
          </p:cNvSpPr>
          <p:nvPr>
            <p:ph type="subTitle" idx="8"/>
          </p:nvPr>
        </p:nvSpPr>
        <p:spPr>
          <a:xfrm>
            <a:off x="5787350" y="3585400"/>
            <a:ext cx="1936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629" name="Google Shape;1629;p24"/>
          <p:cNvSpPr txBox="1">
            <a:spLocks noGrp="1"/>
          </p:cNvSpPr>
          <p:nvPr>
            <p:ph type="subTitle" idx="9"/>
          </p:nvPr>
        </p:nvSpPr>
        <p:spPr>
          <a:xfrm>
            <a:off x="36397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630" name="Google Shape;1630;p24"/>
          <p:cNvSpPr txBox="1">
            <a:spLocks noGrp="1"/>
          </p:cNvSpPr>
          <p:nvPr>
            <p:ph type="subTitle" idx="13"/>
          </p:nvPr>
        </p:nvSpPr>
        <p:spPr>
          <a:xfrm>
            <a:off x="36397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" name="Google Shape;1632;p2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3" name="Google Shape;1633;p2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34" name="Google Shape;1634;p2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635" name="Google Shape;1635;p2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636" name="Google Shape;1636;p2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2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2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2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2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2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2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2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2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2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2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2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2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2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2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2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2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2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2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2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2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2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2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2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2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2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2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2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2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2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2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2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2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2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2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2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2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2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98" name="Google Shape;1698;p2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00" name="Google Shape;1700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25"/>
          <p:cNvSpPr txBox="1">
            <a:spLocks noGrp="1"/>
          </p:cNvSpPr>
          <p:nvPr>
            <p:ph type="subTitle" idx="1"/>
          </p:nvPr>
        </p:nvSpPr>
        <p:spPr>
          <a:xfrm>
            <a:off x="948588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02" name="Google Shape;1702;p25"/>
          <p:cNvSpPr txBox="1">
            <a:spLocks noGrp="1"/>
          </p:cNvSpPr>
          <p:nvPr>
            <p:ph type="subTitle" idx="2"/>
          </p:nvPr>
        </p:nvSpPr>
        <p:spPr>
          <a:xfrm>
            <a:off x="3630450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03" name="Google Shape;1703;p25"/>
          <p:cNvSpPr txBox="1">
            <a:spLocks noGrp="1"/>
          </p:cNvSpPr>
          <p:nvPr>
            <p:ph type="subTitle" idx="3"/>
          </p:nvPr>
        </p:nvSpPr>
        <p:spPr>
          <a:xfrm>
            <a:off x="948588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04" name="Google Shape;1704;p25"/>
          <p:cNvSpPr txBox="1">
            <a:spLocks noGrp="1"/>
          </p:cNvSpPr>
          <p:nvPr>
            <p:ph type="subTitle" idx="4"/>
          </p:nvPr>
        </p:nvSpPr>
        <p:spPr>
          <a:xfrm>
            <a:off x="3630450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05" name="Google Shape;1705;p25"/>
          <p:cNvSpPr txBox="1">
            <a:spLocks noGrp="1"/>
          </p:cNvSpPr>
          <p:nvPr>
            <p:ph type="subTitle" idx="5"/>
          </p:nvPr>
        </p:nvSpPr>
        <p:spPr>
          <a:xfrm>
            <a:off x="6312297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06" name="Google Shape;1706;p25"/>
          <p:cNvSpPr txBox="1">
            <a:spLocks noGrp="1"/>
          </p:cNvSpPr>
          <p:nvPr>
            <p:ph type="subTitle" idx="6"/>
          </p:nvPr>
        </p:nvSpPr>
        <p:spPr>
          <a:xfrm>
            <a:off x="6312297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07" name="Google Shape;1707;p25"/>
          <p:cNvSpPr txBox="1">
            <a:spLocks noGrp="1"/>
          </p:cNvSpPr>
          <p:nvPr>
            <p:ph type="subTitle" idx="7"/>
          </p:nvPr>
        </p:nvSpPr>
        <p:spPr>
          <a:xfrm>
            <a:off x="952198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708" name="Google Shape;1708;p25"/>
          <p:cNvSpPr txBox="1">
            <a:spLocks noGrp="1"/>
          </p:cNvSpPr>
          <p:nvPr>
            <p:ph type="subTitle" idx="8"/>
          </p:nvPr>
        </p:nvSpPr>
        <p:spPr>
          <a:xfrm>
            <a:off x="3634061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709" name="Google Shape;1709;p25"/>
          <p:cNvSpPr txBox="1">
            <a:spLocks noGrp="1"/>
          </p:cNvSpPr>
          <p:nvPr>
            <p:ph type="subTitle" idx="9"/>
          </p:nvPr>
        </p:nvSpPr>
        <p:spPr>
          <a:xfrm>
            <a:off x="6315907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710" name="Google Shape;1710;p25"/>
          <p:cNvSpPr txBox="1">
            <a:spLocks noGrp="1"/>
          </p:cNvSpPr>
          <p:nvPr>
            <p:ph type="subTitle" idx="13"/>
          </p:nvPr>
        </p:nvSpPr>
        <p:spPr>
          <a:xfrm>
            <a:off x="952198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711" name="Google Shape;1711;p25"/>
          <p:cNvSpPr txBox="1">
            <a:spLocks noGrp="1"/>
          </p:cNvSpPr>
          <p:nvPr>
            <p:ph type="subTitle" idx="14"/>
          </p:nvPr>
        </p:nvSpPr>
        <p:spPr>
          <a:xfrm>
            <a:off x="3634061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712" name="Google Shape;1712;p25"/>
          <p:cNvSpPr txBox="1">
            <a:spLocks noGrp="1"/>
          </p:cNvSpPr>
          <p:nvPr>
            <p:ph type="subTitle" idx="15"/>
          </p:nvPr>
        </p:nvSpPr>
        <p:spPr>
          <a:xfrm>
            <a:off x="6315907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1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4" name="Google Shape;1714;p2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5" name="Google Shape;1715;p2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16" name="Google Shape;1716;p2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717" name="Google Shape;1717;p2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718" name="Google Shape;1718;p2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2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2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2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2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2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2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2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2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2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2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2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2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2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2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2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2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2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2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2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2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2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2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2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2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2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2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2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2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2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2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2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2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2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2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2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2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2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2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2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2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2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2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2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2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2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2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2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2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2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80" name="Google Shape;1780;p2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82" name="Google Shape;1782;p26"/>
          <p:cNvSpPr txBox="1">
            <a:spLocks noGrp="1"/>
          </p:cNvSpPr>
          <p:nvPr>
            <p:ph type="title" hasCustomPrompt="1"/>
          </p:nvPr>
        </p:nvSpPr>
        <p:spPr>
          <a:xfrm rot="-189770">
            <a:off x="713214" y="964857"/>
            <a:ext cx="3365727" cy="59881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83" name="Google Shape;1783;p26"/>
          <p:cNvSpPr txBox="1">
            <a:spLocks noGrp="1"/>
          </p:cNvSpPr>
          <p:nvPr>
            <p:ph type="subTitle" idx="1"/>
          </p:nvPr>
        </p:nvSpPr>
        <p:spPr>
          <a:xfrm>
            <a:off x="4188175" y="9649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784" name="Google Shape;1784;p26"/>
          <p:cNvSpPr txBox="1">
            <a:spLocks noGrp="1"/>
          </p:cNvSpPr>
          <p:nvPr>
            <p:ph type="title" idx="2" hasCustomPrompt="1"/>
          </p:nvPr>
        </p:nvSpPr>
        <p:spPr>
          <a:xfrm rot="202042">
            <a:off x="713256" y="1924501"/>
            <a:ext cx="3365811" cy="598929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85" name="Google Shape;1785;p26"/>
          <p:cNvSpPr txBox="1">
            <a:spLocks noGrp="1"/>
          </p:cNvSpPr>
          <p:nvPr>
            <p:ph type="subTitle" idx="3"/>
          </p:nvPr>
        </p:nvSpPr>
        <p:spPr>
          <a:xfrm>
            <a:off x="4188175" y="19244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786" name="Google Shape;1786;p26"/>
          <p:cNvSpPr txBox="1">
            <a:spLocks noGrp="1"/>
          </p:cNvSpPr>
          <p:nvPr>
            <p:ph type="title" idx="4" hasCustomPrompt="1"/>
          </p:nvPr>
        </p:nvSpPr>
        <p:spPr>
          <a:xfrm rot="-159396">
            <a:off x="713296" y="2884033"/>
            <a:ext cx="3365717" cy="59885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87" name="Google Shape;1787;p26"/>
          <p:cNvSpPr txBox="1">
            <a:spLocks noGrp="1"/>
          </p:cNvSpPr>
          <p:nvPr>
            <p:ph type="subTitle" idx="5"/>
          </p:nvPr>
        </p:nvSpPr>
        <p:spPr>
          <a:xfrm>
            <a:off x="4188175" y="28840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788" name="Google Shape;1788;p26"/>
          <p:cNvSpPr txBox="1">
            <a:spLocks noGrp="1"/>
          </p:cNvSpPr>
          <p:nvPr>
            <p:ph type="title" idx="6" hasCustomPrompt="1"/>
          </p:nvPr>
        </p:nvSpPr>
        <p:spPr>
          <a:xfrm>
            <a:off x="713202" y="3843657"/>
            <a:ext cx="3365700" cy="598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89" name="Google Shape;1789;p26"/>
          <p:cNvSpPr txBox="1">
            <a:spLocks noGrp="1"/>
          </p:cNvSpPr>
          <p:nvPr>
            <p:ph type="subTitle" idx="7"/>
          </p:nvPr>
        </p:nvSpPr>
        <p:spPr>
          <a:xfrm>
            <a:off x="4188175" y="38435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1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1" name="Google Shape;1791;p2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2" name="Google Shape;1792;p2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93" name="Google Shape;1793;p2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794" name="Google Shape;1794;p2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795" name="Google Shape;1795;p2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2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2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2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2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2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2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2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2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2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2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2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2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2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2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2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2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2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2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2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2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2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2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2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2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2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2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2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2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2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2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2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2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2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2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2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2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2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2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2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2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2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2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2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2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2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2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2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2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2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2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2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2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2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2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2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2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2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2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857" name="Google Shape;1857;p2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9" name="Google Shape;1859;p27"/>
          <p:cNvSpPr txBox="1">
            <a:spLocks noGrp="1"/>
          </p:cNvSpPr>
          <p:nvPr>
            <p:ph type="subTitle" idx="1"/>
          </p:nvPr>
        </p:nvSpPr>
        <p:spPr>
          <a:xfrm>
            <a:off x="78942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60" name="Google Shape;1860;p27"/>
          <p:cNvSpPr txBox="1">
            <a:spLocks noGrp="1"/>
          </p:cNvSpPr>
          <p:nvPr>
            <p:ph type="subTitle" idx="2"/>
          </p:nvPr>
        </p:nvSpPr>
        <p:spPr>
          <a:xfrm>
            <a:off x="78942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861" name="Google Shape;1861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862" name="Google Shape;1862;p27"/>
          <p:cNvSpPr txBox="1">
            <a:spLocks noGrp="1"/>
          </p:cNvSpPr>
          <p:nvPr>
            <p:ph type="title" idx="3" hasCustomPrompt="1"/>
          </p:nvPr>
        </p:nvSpPr>
        <p:spPr>
          <a:xfrm>
            <a:off x="132252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863" name="Google Shape;1863;p27"/>
          <p:cNvSpPr txBox="1">
            <a:spLocks noGrp="1"/>
          </p:cNvSpPr>
          <p:nvPr>
            <p:ph type="subTitle" idx="4"/>
          </p:nvPr>
        </p:nvSpPr>
        <p:spPr>
          <a:xfrm>
            <a:off x="3485400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64" name="Google Shape;1864;p27"/>
          <p:cNvSpPr txBox="1">
            <a:spLocks noGrp="1"/>
          </p:cNvSpPr>
          <p:nvPr>
            <p:ph type="subTitle" idx="5"/>
          </p:nvPr>
        </p:nvSpPr>
        <p:spPr>
          <a:xfrm>
            <a:off x="3485400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865" name="Google Shape;1865;p27"/>
          <p:cNvSpPr txBox="1">
            <a:spLocks noGrp="1"/>
          </p:cNvSpPr>
          <p:nvPr>
            <p:ph type="title" idx="6" hasCustomPrompt="1"/>
          </p:nvPr>
        </p:nvSpPr>
        <p:spPr>
          <a:xfrm>
            <a:off x="4018500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866" name="Google Shape;1866;p27"/>
          <p:cNvSpPr txBox="1">
            <a:spLocks noGrp="1"/>
          </p:cNvSpPr>
          <p:nvPr>
            <p:ph type="subTitle" idx="7"/>
          </p:nvPr>
        </p:nvSpPr>
        <p:spPr>
          <a:xfrm>
            <a:off x="618137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67" name="Google Shape;1867;p27"/>
          <p:cNvSpPr txBox="1">
            <a:spLocks noGrp="1"/>
          </p:cNvSpPr>
          <p:nvPr>
            <p:ph type="subTitle" idx="8"/>
          </p:nvPr>
        </p:nvSpPr>
        <p:spPr>
          <a:xfrm>
            <a:off x="618137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1868" name="Google Shape;1868;p27"/>
          <p:cNvSpPr txBox="1">
            <a:spLocks noGrp="1"/>
          </p:cNvSpPr>
          <p:nvPr>
            <p:ph type="title" idx="9" hasCustomPrompt="1"/>
          </p:nvPr>
        </p:nvSpPr>
        <p:spPr>
          <a:xfrm>
            <a:off x="671447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Google Shape;1870;p2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1" name="Google Shape;1871;p2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72" name="Google Shape;1872;p2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1873" name="Google Shape;1873;p2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1874" name="Google Shape;1874;p2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2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2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2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2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2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2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2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2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2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2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2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2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2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2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2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2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36" name="Google Shape;1936;p2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8" name="Google Shape;1938;p28"/>
          <p:cNvSpPr txBox="1">
            <a:spLocks noGrp="1"/>
          </p:cNvSpPr>
          <p:nvPr>
            <p:ph type="title"/>
          </p:nvPr>
        </p:nvSpPr>
        <p:spPr>
          <a:xfrm rot="232">
            <a:off x="713225" y="598497"/>
            <a:ext cx="4448100" cy="105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8500"/>
              <a:buNone/>
              <a:defRPr sz="85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28"/>
          <p:cNvSpPr txBox="1">
            <a:spLocks noGrp="1"/>
          </p:cNvSpPr>
          <p:nvPr>
            <p:ph type="subTitle" idx="1"/>
          </p:nvPr>
        </p:nvSpPr>
        <p:spPr>
          <a:xfrm>
            <a:off x="713225" y="1657350"/>
            <a:ext cx="4448100" cy="124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40" name="Google Shape;1940;p28"/>
          <p:cNvSpPr txBox="1"/>
          <p:nvPr/>
        </p:nvSpPr>
        <p:spPr>
          <a:xfrm>
            <a:off x="713225" y="404780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CREDITS: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This presentation template was created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includes icons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infographics &amp; images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</a:t>
            </a:r>
            <a:endParaRPr sz="1200" b="1" u="sng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2" name="Google Shape;1942;p29"/>
          <p:cNvSpPr/>
          <p:nvPr/>
        </p:nvSpPr>
        <p:spPr>
          <a:xfrm rot="-5400000">
            <a:off x="-2378866" y="2461240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3" name="Google Shape;1943;p29"/>
          <p:cNvSpPr/>
          <p:nvPr/>
        </p:nvSpPr>
        <p:spPr>
          <a:xfrm>
            <a:off x="2540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44" name="Google Shape;1944;p29"/>
          <p:cNvGrpSpPr/>
          <p:nvPr/>
        </p:nvGrpSpPr>
        <p:grpSpPr>
          <a:xfrm>
            <a:off x="321104" y="185277"/>
            <a:ext cx="8690579" cy="4806729"/>
            <a:chOff x="321104" y="185277"/>
            <a:chExt cx="8690579" cy="4806729"/>
          </a:xfrm>
        </p:grpSpPr>
        <p:grpSp>
          <p:nvGrpSpPr>
            <p:cNvPr id="1945" name="Google Shape;1945;p29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1946" name="Google Shape;1946;p29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1947" name="Google Shape;1947;p29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48" name="Google Shape;1948;p29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49" name="Google Shape;1949;p29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0" name="Google Shape;1950;p29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1" name="Google Shape;1951;p29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2" name="Google Shape;1952;p29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3" name="Google Shape;1953;p29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4" name="Google Shape;1954;p29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5" name="Google Shape;1955;p29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6" name="Google Shape;1956;p29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7" name="Google Shape;1957;p29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8" name="Google Shape;1958;p29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9" name="Google Shape;1959;p29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0" name="Google Shape;1960;p29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1" name="Google Shape;1961;p29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2" name="Google Shape;1962;p29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3" name="Google Shape;1963;p29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4" name="Google Shape;1964;p29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5" name="Google Shape;1965;p29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6" name="Google Shape;1966;p29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7" name="Google Shape;1967;p29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8" name="Google Shape;1968;p29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9" name="Google Shape;1969;p29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0" name="Google Shape;1970;p29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1" name="Google Shape;1971;p29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2" name="Google Shape;1972;p29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3" name="Google Shape;1973;p29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4" name="Google Shape;1974;p29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5" name="Google Shape;1975;p29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6" name="Google Shape;1976;p29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7" name="Google Shape;1977;p29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8" name="Google Shape;1978;p29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79" name="Google Shape;1979;p29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0" name="Google Shape;1980;p29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1" name="Google Shape;1981;p29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2" name="Google Shape;1982;p29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3" name="Google Shape;1983;p29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4" name="Google Shape;1984;p29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5" name="Google Shape;1985;p29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6" name="Google Shape;1986;p29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7" name="Google Shape;1987;p29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8" name="Google Shape;1988;p29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89" name="Google Shape;1989;p29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0" name="Google Shape;1990;p29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1" name="Google Shape;1991;p29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2" name="Google Shape;1992;p29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3" name="Google Shape;1993;p29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4" name="Google Shape;1994;p29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5" name="Google Shape;1995;p29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6" name="Google Shape;1996;p29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7" name="Google Shape;1997;p29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8" name="Google Shape;1998;p29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99" name="Google Shape;1999;p29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0" name="Google Shape;2000;p29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1" name="Google Shape;2001;p29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2" name="Google Shape;2002;p29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3" name="Google Shape;2003;p29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4" name="Google Shape;2004;p29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5" name="Google Shape;2005;p29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6" name="Google Shape;2006;p29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7" name="Google Shape;2007;p29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08" name="Google Shape;2008;p29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009" name="Google Shape;2009;p29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29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11" name="Google Shape;2011;p29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3" name="Google Shape;2013;p30"/>
          <p:cNvSpPr/>
          <p:nvPr/>
        </p:nvSpPr>
        <p:spPr>
          <a:xfrm rot="5400000">
            <a:off x="6478539" y="2462065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4" name="Google Shape;2014;p30"/>
          <p:cNvSpPr/>
          <p:nvPr/>
        </p:nvSpPr>
        <p:spPr>
          <a:xfrm rot="10800000">
            <a:off x="326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15" name="Google Shape;2015;p30"/>
          <p:cNvGrpSpPr/>
          <p:nvPr/>
        </p:nvGrpSpPr>
        <p:grpSpPr>
          <a:xfrm rot="10800000">
            <a:off x="99717" y="185295"/>
            <a:ext cx="8690579" cy="4806729"/>
            <a:chOff x="321104" y="185277"/>
            <a:chExt cx="8690579" cy="4806729"/>
          </a:xfrm>
        </p:grpSpPr>
        <p:grpSp>
          <p:nvGrpSpPr>
            <p:cNvPr id="2016" name="Google Shape;2016;p30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2017" name="Google Shape;2017;p30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2018" name="Google Shape;2018;p30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19" name="Google Shape;2019;p30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0" name="Google Shape;2020;p30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1" name="Google Shape;2021;p30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2" name="Google Shape;2022;p30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3" name="Google Shape;2023;p30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4" name="Google Shape;2024;p30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5" name="Google Shape;2025;p30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6" name="Google Shape;2026;p30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7" name="Google Shape;2027;p30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8" name="Google Shape;2028;p30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29" name="Google Shape;2029;p30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0" name="Google Shape;2030;p30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1" name="Google Shape;2031;p30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2" name="Google Shape;2032;p30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3" name="Google Shape;2033;p30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4" name="Google Shape;2034;p30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5" name="Google Shape;2035;p30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6" name="Google Shape;2036;p30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7" name="Google Shape;2037;p30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8" name="Google Shape;2038;p30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39" name="Google Shape;2039;p30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0" name="Google Shape;2040;p30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1" name="Google Shape;2041;p30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2" name="Google Shape;2042;p30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3" name="Google Shape;2043;p30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4" name="Google Shape;2044;p30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5" name="Google Shape;2045;p30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6" name="Google Shape;2046;p30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7" name="Google Shape;2047;p30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8" name="Google Shape;2048;p30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49" name="Google Shape;2049;p30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0" name="Google Shape;2050;p30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1" name="Google Shape;2051;p30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2" name="Google Shape;2052;p30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3" name="Google Shape;2053;p30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4" name="Google Shape;2054;p30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5" name="Google Shape;2055;p30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6" name="Google Shape;2056;p30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7" name="Google Shape;2057;p30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8" name="Google Shape;2058;p30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59" name="Google Shape;2059;p30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0" name="Google Shape;2060;p30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1" name="Google Shape;2061;p30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2" name="Google Shape;2062;p30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3" name="Google Shape;2063;p30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4" name="Google Shape;2064;p30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5" name="Google Shape;2065;p30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6" name="Google Shape;2066;p30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7" name="Google Shape;2067;p30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8" name="Google Shape;2068;p30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69" name="Google Shape;2069;p30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0" name="Google Shape;2070;p30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1" name="Google Shape;2071;p30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2" name="Google Shape;2072;p30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3" name="Google Shape;2073;p30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4" name="Google Shape;2074;p30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5" name="Google Shape;2075;p30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6" name="Google Shape;2076;p30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7" name="Google Shape;2077;p30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8" name="Google Shape;2078;p30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79" name="Google Shape;2079;p30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080" name="Google Shape;2080;p30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30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82" name="Google Shape;2082;p30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2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7" name="Google Shape;2087;p32"/>
          <p:cNvGrpSpPr/>
          <p:nvPr/>
        </p:nvGrpSpPr>
        <p:grpSpPr>
          <a:xfrm>
            <a:off x="65100" y="0"/>
            <a:ext cx="9013800" cy="5095450"/>
            <a:chOff x="65100" y="0"/>
            <a:chExt cx="9013800" cy="5095450"/>
          </a:xfrm>
        </p:grpSpPr>
        <p:sp>
          <p:nvSpPr>
            <p:cNvPr id="2088" name="Google Shape;2088;p32"/>
            <p:cNvSpPr/>
            <p:nvPr/>
          </p:nvSpPr>
          <p:spPr>
            <a:xfrm>
              <a:off x="65100" y="0"/>
              <a:ext cx="9013484" cy="446985"/>
            </a:xfrm>
            <a:custGeom>
              <a:avLst/>
              <a:gdLst/>
              <a:ahLst/>
              <a:cxnLst/>
              <a:rect l="l" t="t" r="r" b="b"/>
              <a:pathLst>
                <a:path w="282311" h="14000" extrusionOk="0">
                  <a:moveTo>
                    <a:pt x="26218" y="0"/>
                  </a:moveTo>
                  <a:lnTo>
                    <a:pt x="24317" y="1619"/>
                  </a:lnTo>
                  <a:lnTo>
                    <a:pt x="26926" y="3358"/>
                  </a:lnTo>
                  <a:lnTo>
                    <a:pt x="26137" y="3743"/>
                  </a:lnTo>
                  <a:lnTo>
                    <a:pt x="25773" y="4673"/>
                  </a:lnTo>
                  <a:lnTo>
                    <a:pt x="26926" y="5725"/>
                  </a:lnTo>
                  <a:lnTo>
                    <a:pt x="26926" y="6049"/>
                  </a:lnTo>
                  <a:cubicBezTo>
                    <a:pt x="27655" y="6332"/>
                    <a:pt x="28160" y="7040"/>
                    <a:pt x="28160" y="7849"/>
                  </a:cubicBezTo>
                  <a:cubicBezTo>
                    <a:pt x="28160" y="8942"/>
                    <a:pt x="27270" y="9832"/>
                    <a:pt x="26178" y="9832"/>
                  </a:cubicBezTo>
                  <a:cubicBezTo>
                    <a:pt x="25106" y="9832"/>
                    <a:pt x="24215" y="8942"/>
                    <a:pt x="24215" y="7849"/>
                  </a:cubicBezTo>
                  <a:cubicBezTo>
                    <a:pt x="24215" y="7121"/>
                    <a:pt x="24620" y="6494"/>
                    <a:pt x="25227" y="6150"/>
                  </a:cubicBezTo>
                  <a:lnTo>
                    <a:pt x="24741" y="6069"/>
                  </a:lnTo>
                  <a:lnTo>
                    <a:pt x="24782" y="5725"/>
                  </a:lnTo>
                  <a:lnTo>
                    <a:pt x="25490" y="5725"/>
                  </a:lnTo>
                  <a:lnTo>
                    <a:pt x="25490" y="5037"/>
                  </a:lnTo>
                  <a:lnTo>
                    <a:pt x="22698" y="2853"/>
                  </a:lnTo>
                  <a:lnTo>
                    <a:pt x="19401" y="2853"/>
                  </a:lnTo>
                  <a:lnTo>
                    <a:pt x="19016" y="3116"/>
                  </a:lnTo>
                  <a:lnTo>
                    <a:pt x="19482" y="4046"/>
                  </a:lnTo>
                  <a:lnTo>
                    <a:pt x="19482" y="4936"/>
                  </a:lnTo>
                  <a:lnTo>
                    <a:pt x="19016" y="5563"/>
                  </a:lnTo>
                  <a:lnTo>
                    <a:pt x="19016" y="5867"/>
                  </a:lnTo>
                  <a:lnTo>
                    <a:pt x="19077" y="5887"/>
                  </a:lnTo>
                  <a:lnTo>
                    <a:pt x="19097" y="5887"/>
                  </a:lnTo>
                  <a:cubicBezTo>
                    <a:pt x="20169" y="5887"/>
                    <a:pt x="21060" y="6777"/>
                    <a:pt x="21060" y="7849"/>
                  </a:cubicBezTo>
                  <a:cubicBezTo>
                    <a:pt x="21060" y="8942"/>
                    <a:pt x="20169" y="9832"/>
                    <a:pt x="19097" y="9832"/>
                  </a:cubicBezTo>
                  <a:cubicBezTo>
                    <a:pt x="18005" y="9832"/>
                    <a:pt x="17115" y="8942"/>
                    <a:pt x="17115" y="7849"/>
                  </a:cubicBezTo>
                  <a:cubicBezTo>
                    <a:pt x="17115" y="7364"/>
                    <a:pt x="17317" y="6899"/>
                    <a:pt x="17620" y="6555"/>
                  </a:cubicBezTo>
                  <a:lnTo>
                    <a:pt x="17620" y="6555"/>
                  </a:lnTo>
                  <a:lnTo>
                    <a:pt x="17560" y="6575"/>
                  </a:lnTo>
                  <a:lnTo>
                    <a:pt x="17641" y="6534"/>
                  </a:lnTo>
                  <a:cubicBezTo>
                    <a:pt x="17802" y="6373"/>
                    <a:pt x="17964" y="6231"/>
                    <a:pt x="18167" y="6130"/>
                  </a:cubicBezTo>
                  <a:lnTo>
                    <a:pt x="17802" y="5361"/>
                  </a:lnTo>
                  <a:lnTo>
                    <a:pt x="17054" y="5219"/>
                  </a:lnTo>
                  <a:lnTo>
                    <a:pt x="17054" y="3338"/>
                  </a:lnTo>
                  <a:lnTo>
                    <a:pt x="16467" y="2853"/>
                  </a:lnTo>
                  <a:lnTo>
                    <a:pt x="13777" y="2853"/>
                  </a:lnTo>
                  <a:lnTo>
                    <a:pt x="13777" y="4107"/>
                  </a:lnTo>
                  <a:lnTo>
                    <a:pt x="12988" y="4107"/>
                  </a:lnTo>
                  <a:lnTo>
                    <a:pt x="12988" y="4633"/>
                  </a:lnTo>
                  <a:lnTo>
                    <a:pt x="13372" y="5139"/>
                  </a:lnTo>
                  <a:lnTo>
                    <a:pt x="12806" y="6130"/>
                  </a:lnTo>
                  <a:cubicBezTo>
                    <a:pt x="13493" y="6433"/>
                    <a:pt x="13959" y="7121"/>
                    <a:pt x="13959" y="7910"/>
                  </a:cubicBezTo>
                  <a:cubicBezTo>
                    <a:pt x="13959" y="9002"/>
                    <a:pt x="13089" y="9893"/>
                    <a:pt x="11996" y="9893"/>
                  </a:cubicBezTo>
                  <a:cubicBezTo>
                    <a:pt x="10904" y="9893"/>
                    <a:pt x="10034" y="9002"/>
                    <a:pt x="10034" y="7910"/>
                  </a:cubicBezTo>
                  <a:cubicBezTo>
                    <a:pt x="10034" y="6979"/>
                    <a:pt x="10681" y="6211"/>
                    <a:pt x="11531" y="6008"/>
                  </a:cubicBezTo>
                  <a:lnTo>
                    <a:pt x="11025" y="5179"/>
                  </a:lnTo>
                  <a:lnTo>
                    <a:pt x="11572" y="3925"/>
                  </a:lnTo>
                  <a:lnTo>
                    <a:pt x="11531" y="2853"/>
                  </a:lnTo>
                  <a:lnTo>
                    <a:pt x="10924" y="1902"/>
                  </a:lnTo>
                  <a:lnTo>
                    <a:pt x="9104" y="2327"/>
                  </a:lnTo>
                  <a:lnTo>
                    <a:pt x="9913" y="2853"/>
                  </a:lnTo>
                  <a:lnTo>
                    <a:pt x="5300" y="2853"/>
                  </a:lnTo>
                  <a:lnTo>
                    <a:pt x="4835" y="3176"/>
                  </a:lnTo>
                  <a:lnTo>
                    <a:pt x="5300" y="4107"/>
                  </a:lnTo>
                  <a:lnTo>
                    <a:pt x="5300" y="4997"/>
                  </a:lnTo>
                  <a:lnTo>
                    <a:pt x="4835" y="5624"/>
                  </a:lnTo>
                  <a:lnTo>
                    <a:pt x="4835" y="5928"/>
                  </a:lnTo>
                  <a:lnTo>
                    <a:pt x="4896" y="5948"/>
                  </a:lnTo>
                  <a:cubicBezTo>
                    <a:pt x="5988" y="5948"/>
                    <a:pt x="6858" y="6838"/>
                    <a:pt x="6858" y="7910"/>
                  </a:cubicBezTo>
                  <a:cubicBezTo>
                    <a:pt x="6858" y="9002"/>
                    <a:pt x="5988" y="9893"/>
                    <a:pt x="4896" y="9893"/>
                  </a:cubicBezTo>
                  <a:cubicBezTo>
                    <a:pt x="3803" y="9893"/>
                    <a:pt x="2933" y="9002"/>
                    <a:pt x="2933" y="7910"/>
                  </a:cubicBezTo>
                  <a:cubicBezTo>
                    <a:pt x="2933" y="7425"/>
                    <a:pt x="3115" y="6959"/>
                    <a:pt x="3439" y="6615"/>
                  </a:cubicBezTo>
                  <a:lnTo>
                    <a:pt x="3378" y="6615"/>
                  </a:lnTo>
                  <a:lnTo>
                    <a:pt x="3459" y="6595"/>
                  </a:lnTo>
                  <a:cubicBezTo>
                    <a:pt x="3601" y="6433"/>
                    <a:pt x="3783" y="6292"/>
                    <a:pt x="3985" y="6191"/>
                  </a:cubicBezTo>
                  <a:lnTo>
                    <a:pt x="3621" y="5402"/>
                  </a:lnTo>
                  <a:lnTo>
                    <a:pt x="2873" y="5280"/>
                  </a:lnTo>
                  <a:lnTo>
                    <a:pt x="2873" y="3399"/>
                  </a:lnTo>
                  <a:lnTo>
                    <a:pt x="1679" y="1801"/>
                  </a:lnTo>
                  <a:lnTo>
                    <a:pt x="1153" y="2853"/>
                  </a:lnTo>
                  <a:lnTo>
                    <a:pt x="0" y="2853"/>
                  </a:lnTo>
                  <a:lnTo>
                    <a:pt x="0" y="13999"/>
                  </a:lnTo>
                  <a:lnTo>
                    <a:pt x="282311" y="13999"/>
                  </a:lnTo>
                  <a:lnTo>
                    <a:pt x="282311" y="2853"/>
                  </a:lnTo>
                  <a:lnTo>
                    <a:pt x="278103" y="2853"/>
                  </a:lnTo>
                  <a:lnTo>
                    <a:pt x="277193" y="749"/>
                  </a:lnTo>
                  <a:lnTo>
                    <a:pt x="276525" y="2428"/>
                  </a:lnTo>
                  <a:lnTo>
                    <a:pt x="278265" y="4896"/>
                  </a:lnTo>
                  <a:lnTo>
                    <a:pt x="277779" y="5826"/>
                  </a:lnTo>
                  <a:lnTo>
                    <a:pt x="277840" y="5847"/>
                  </a:lnTo>
                  <a:lnTo>
                    <a:pt x="277860" y="5847"/>
                  </a:lnTo>
                  <a:cubicBezTo>
                    <a:pt x="278002" y="5847"/>
                    <a:pt x="278123" y="5867"/>
                    <a:pt x="278265" y="5887"/>
                  </a:cubicBezTo>
                  <a:cubicBezTo>
                    <a:pt x="278326" y="5907"/>
                    <a:pt x="278386" y="5907"/>
                    <a:pt x="278447" y="5928"/>
                  </a:cubicBezTo>
                  <a:cubicBezTo>
                    <a:pt x="278568" y="5968"/>
                    <a:pt x="278690" y="6029"/>
                    <a:pt x="278791" y="6089"/>
                  </a:cubicBezTo>
                  <a:cubicBezTo>
                    <a:pt x="279418" y="6413"/>
                    <a:pt x="279823" y="7060"/>
                    <a:pt x="279823" y="7809"/>
                  </a:cubicBezTo>
                  <a:cubicBezTo>
                    <a:pt x="279823" y="8557"/>
                    <a:pt x="279418" y="9205"/>
                    <a:pt x="278791" y="9549"/>
                  </a:cubicBezTo>
                  <a:cubicBezTo>
                    <a:pt x="278690" y="9609"/>
                    <a:pt x="278568" y="9650"/>
                    <a:pt x="278447" y="9690"/>
                  </a:cubicBezTo>
                  <a:cubicBezTo>
                    <a:pt x="278386" y="9710"/>
                    <a:pt x="278326" y="9731"/>
                    <a:pt x="278265" y="9731"/>
                  </a:cubicBezTo>
                  <a:cubicBezTo>
                    <a:pt x="278123" y="9771"/>
                    <a:pt x="278002" y="9771"/>
                    <a:pt x="277860" y="9771"/>
                  </a:cubicBezTo>
                  <a:cubicBezTo>
                    <a:pt x="277658" y="9771"/>
                    <a:pt x="277456" y="9751"/>
                    <a:pt x="277274" y="9690"/>
                  </a:cubicBezTo>
                  <a:cubicBezTo>
                    <a:pt x="276485" y="9447"/>
                    <a:pt x="275898" y="8699"/>
                    <a:pt x="275898" y="7809"/>
                  </a:cubicBezTo>
                  <a:cubicBezTo>
                    <a:pt x="275898" y="7688"/>
                    <a:pt x="275898" y="7566"/>
                    <a:pt x="275938" y="7445"/>
                  </a:cubicBezTo>
                  <a:cubicBezTo>
                    <a:pt x="275999" y="7101"/>
                    <a:pt x="276161" y="6777"/>
                    <a:pt x="276383" y="6514"/>
                  </a:cubicBezTo>
                  <a:lnTo>
                    <a:pt x="276343" y="6514"/>
                  </a:lnTo>
                  <a:lnTo>
                    <a:pt x="276424" y="6494"/>
                  </a:lnTo>
                  <a:cubicBezTo>
                    <a:pt x="276485" y="6413"/>
                    <a:pt x="276566" y="6332"/>
                    <a:pt x="276667" y="6271"/>
                  </a:cubicBezTo>
                  <a:cubicBezTo>
                    <a:pt x="276748" y="6191"/>
                    <a:pt x="276849" y="6130"/>
                    <a:pt x="276930" y="6089"/>
                  </a:cubicBezTo>
                  <a:lnTo>
                    <a:pt x="276566" y="5300"/>
                  </a:lnTo>
                  <a:lnTo>
                    <a:pt x="275837" y="5159"/>
                  </a:lnTo>
                  <a:lnTo>
                    <a:pt x="275837" y="3298"/>
                  </a:lnTo>
                  <a:lnTo>
                    <a:pt x="275291" y="2853"/>
                  </a:lnTo>
                  <a:lnTo>
                    <a:pt x="272540" y="2853"/>
                  </a:lnTo>
                  <a:lnTo>
                    <a:pt x="272540" y="4006"/>
                  </a:lnTo>
                  <a:lnTo>
                    <a:pt x="271751" y="4006"/>
                  </a:lnTo>
                  <a:lnTo>
                    <a:pt x="271751" y="4511"/>
                  </a:lnTo>
                  <a:lnTo>
                    <a:pt x="272155" y="5037"/>
                  </a:lnTo>
                  <a:lnTo>
                    <a:pt x="271751" y="5442"/>
                  </a:lnTo>
                  <a:lnTo>
                    <a:pt x="272742" y="5847"/>
                  </a:lnTo>
                  <a:lnTo>
                    <a:pt x="271589" y="6029"/>
                  </a:lnTo>
                  <a:cubicBezTo>
                    <a:pt x="271751" y="6110"/>
                    <a:pt x="271913" y="6211"/>
                    <a:pt x="272054" y="6332"/>
                  </a:cubicBezTo>
                  <a:cubicBezTo>
                    <a:pt x="272459" y="6676"/>
                    <a:pt x="272742" y="7222"/>
                    <a:pt x="272742" y="7809"/>
                  </a:cubicBezTo>
                  <a:cubicBezTo>
                    <a:pt x="272742" y="8760"/>
                    <a:pt x="272054" y="9549"/>
                    <a:pt x="271164" y="9731"/>
                  </a:cubicBezTo>
                  <a:cubicBezTo>
                    <a:pt x="271043" y="9771"/>
                    <a:pt x="270901" y="9771"/>
                    <a:pt x="270760" y="9771"/>
                  </a:cubicBezTo>
                  <a:lnTo>
                    <a:pt x="270557" y="9771"/>
                  </a:lnTo>
                  <a:cubicBezTo>
                    <a:pt x="269910" y="9710"/>
                    <a:pt x="269343" y="9306"/>
                    <a:pt x="269040" y="8760"/>
                  </a:cubicBezTo>
                  <a:cubicBezTo>
                    <a:pt x="268878" y="8476"/>
                    <a:pt x="268797" y="8153"/>
                    <a:pt x="268797" y="7809"/>
                  </a:cubicBezTo>
                  <a:cubicBezTo>
                    <a:pt x="268797" y="7121"/>
                    <a:pt x="269161" y="6514"/>
                    <a:pt x="269708" y="6150"/>
                  </a:cubicBezTo>
                  <a:cubicBezTo>
                    <a:pt x="269890" y="6049"/>
                    <a:pt x="270092" y="5948"/>
                    <a:pt x="270314" y="5907"/>
                  </a:cubicBezTo>
                  <a:lnTo>
                    <a:pt x="269788" y="5078"/>
                  </a:lnTo>
                  <a:lnTo>
                    <a:pt x="270355" y="3824"/>
                  </a:lnTo>
                  <a:lnTo>
                    <a:pt x="270314" y="2853"/>
                  </a:lnTo>
                  <a:lnTo>
                    <a:pt x="266531" y="2853"/>
                  </a:lnTo>
                  <a:lnTo>
                    <a:pt x="265115" y="1437"/>
                  </a:lnTo>
                  <a:lnTo>
                    <a:pt x="264792" y="2145"/>
                  </a:lnTo>
                  <a:lnTo>
                    <a:pt x="264043" y="2145"/>
                  </a:lnTo>
                  <a:lnTo>
                    <a:pt x="262566" y="4248"/>
                  </a:lnTo>
                  <a:lnTo>
                    <a:pt x="263962" y="5867"/>
                  </a:lnTo>
                  <a:lnTo>
                    <a:pt x="263942" y="5867"/>
                  </a:lnTo>
                  <a:cubicBezTo>
                    <a:pt x="264893" y="6008"/>
                    <a:pt x="265641" y="6818"/>
                    <a:pt x="265641" y="7809"/>
                  </a:cubicBezTo>
                  <a:cubicBezTo>
                    <a:pt x="265641" y="8760"/>
                    <a:pt x="264974" y="9549"/>
                    <a:pt x="264063" y="9731"/>
                  </a:cubicBezTo>
                  <a:cubicBezTo>
                    <a:pt x="263942" y="9771"/>
                    <a:pt x="263800" y="9771"/>
                    <a:pt x="263679" y="9771"/>
                  </a:cubicBezTo>
                  <a:lnTo>
                    <a:pt x="263477" y="9771"/>
                  </a:lnTo>
                  <a:cubicBezTo>
                    <a:pt x="263335" y="9751"/>
                    <a:pt x="263214" y="9731"/>
                    <a:pt x="263092" y="9690"/>
                  </a:cubicBezTo>
                  <a:cubicBezTo>
                    <a:pt x="263032" y="9670"/>
                    <a:pt x="262971" y="9650"/>
                    <a:pt x="262910" y="9630"/>
                  </a:cubicBezTo>
                  <a:cubicBezTo>
                    <a:pt x="262202" y="9326"/>
                    <a:pt x="261696" y="8618"/>
                    <a:pt x="261696" y="7809"/>
                  </a:cubicBezTo>
                  <a:cubicBezTo>
                    <a:pt x="261696" y="7445"/>
                    <a:pt x="261818" y="7101"/>
                    <a:pt x="261980" y="6797"/>
                  </a:cubicBezTo>
                  <a:cubicBezTo>
                    <a:pt x="262040" y="6716"/>
                    <a:pt x="262121" y="6615"/>
                    <a:pt x="262202" y="6534"/>
                  </a:cubicBezTo>
                  <a:lnTo>
                    <a:pt x="262182" y="6534"/>
                  </a:lnTo>
                  <a:lnTo>
                    <a:pt x="262121" y="5644"/>
                  </a:lnTo>
                  <a:lnTo>
                    <a:pt x="261474" y="5442"/>
                  </a:lnTo>
                  <a:lnTo>
                    <a:pt x="261474" y="3864"/>
                  </a:lnTo>
                  <a:lnTo>
                    <a:pt x="261939" y="3864"/>
                  </a:lnTo>
                  <a:lnTo>
                    <a:pt x="261939" y="2853"/>
                  </a:lnTo>
                  <a:lnTo>
                    <a:pt x="258864" y="2853"/>
                  </a:lnTo>
                  <a:lnTo>
                    <a:pt x="257792" y="3945"/>
                  </a:lnTo>
                  <a:lnTo>
                    <a:pt x="257792" y="6049"/>
                  </a:lnTo>
                  <a:lnTo>
                    <a:pt x="257529" y="6110"/>
                  </a:lnTo>
                  <a:cubicBezTo>
                    <a:pt x="258136" y="6433"/>
                    <a:pt x="258541" y="7081"/>
                    <a:pt x="258541" y="7809"/>
                  </a:cubicBezTo>
                  <a:cubicBezTo>
                    <a:pt x="258541" y="8618"/>
                    <a:pt x="258055" y="9326"/>
                    <a:pt x="257347" y="9630"/>
                  </a:cubicBezTo>
                  <a:cubicBezTo>
                    <a:pt x="257286" y="9650"/>
                    <a:pt x="257226" y="9670"/>
                    <a:pt x="257165" y="9690"/>
                  </a:cubicBezTo>
                  <a:cubicBezTo>
                    <a:pt x="257044" y="9731"/>
                    <a:pt x="256902" y="9751"/>
                    <a:pt x="256781" y="9771"/>
                  </a:cubicBezTo>
                  <a:lnTo>
                    <a:pt x="256376" y="9771"/>
                  </a:lnTo>
                  <a:cubicBezTo>
                    <a:pt x="256234" y="9751"/>
                    <a:pt x="256113" y="9731"/>
                    <a:pt x="255992" y="9690"/>
                  </a:cubicBezTo>
                  <a:cubicBezTo>
                    <a:pt x="255931" y="9670"/>
                    <a:pt x="255870" y="9650"/>
                    <a:pt x="255809" y="9630"/>
                  </a:cubicBezTo>
                  <a:cubicBezTo>
                    <a:pt x="255101" y="9326"/>
                    <a:pt x="254616" y="8618"/>
                    <a:pt x="254616" y="7809"/>
                  </a:cubicBezTo>
                  <a:cubicBezTo>
                    <a:pt x="254616" y="7303"/>
                    <a:pt x="254798" y="6838"/>
                    <a:pt x="255122" y="6494"/>
                  </a:cubicBezTo>
                  <a:lnTo>
                    <a:pt x="256983" y="4491"/>
                  </a:lnTo>
                  <a:lnTo>
                    <a:pt x="257509" y="2832"/>
                  </a:lnTo>
                  <a:lnTo>
                    <a:pt x="254474" y="1437"/>
                  </a:lnTo>
                  <a:lnTo>
                    <a:pt x="254009" y="2832"/>
                  </a:lnTo>
                  <a:lnTo>
                    <a:pt x="254009" y="2853"/>
                  </a:lnTo>
                  <a:lnTo>
                    <a:pt x="250226" y="2853"/>
                  </a:lnTo>
                  <a:lnTo>
                    <a:pt x="250226" y="3318"/>
                  </a:lnTo>
                  <a:lnTo>
                    <a:pt x="249437" y="3702"/>
                  </a:lnTo>
                  <a:lnTo>
                    <a:pt x="249073" y="4633"/>
                  </a:lnTo>
                  <a:lnTo>
                    <a:pt x="250226" y="5685"/>
                  </a:lnTo>
                  <a:lnTo>
                    <a:pt x="250226" y="5988"/>
                  </a:lnTo>
                  <a:cubicBezTo>
                    <a:pt x="250327" y="6029"/>
                    <a:pt x="250408" y="6069"/>
                    <a:pt x="250489" y="6130"/>
                  </a:cubicBezTo>
                  <a:cubicBezTo>
                    <a:pt x="250651" y="6231"/>
                    <a:pt x="250813" y="6352"/>
                    <a:pt x="250934" y="6474"/>
                  </a:cubicBezTo>
                  <a:cubicBezTo>
                    <a:pt x="251258" y="6838"/>
                    <a:pt x="251460" y="7303"/>
                    <a:pt x="251460" y="7809"/>
                  </a:cubicBezTo>
                  <a:cubicBezTo>
                    <a:pt x="251460" y="8011"/>
                    <a:pt x="251420" y="8213"/>
                    <a:pt x="251359" y="8396"/>
                  </a:cubicBezTo>
                  <a:cubicBezTo>
                    <a:pt x="251318" y="8517"/>
                    <a:pt x="251278" y="8638"/>
                    <a:pt x="251217" y="8760"/>
                  </a:cubicBezTo>
                  <a:cubicBezTo>
                    <a:pt x="251096" y="8982"/>
                    <a:pt x="250934" y="9164"/>
                    <a:pt x="250732" y="9326"/>
                  </a:cubicBezTo>
                  <a:cubicBezTo>
                    <a:pt x="250388" y="9609"/>
                    <a:pt x="249963" y="9771"/>
                    <a:pt x="249477" y="9771"/>
                  </a:cubicBezTo>
                  <a:cubicBezTo>
                    <a:pt x="248871" y="9771"/>
                    <a:pt x="248324" y="9508"/>
                    <a:pt x="247960" y="9063"/>
                  </a:cubicBezTo>
                  <a:cubicBezTo>
                    <a:pt x="247920" y="9023"/>
                    <a:pt x="247879" y="8962"/>
                    <a:pt x="247859" y="8922"/>
                  </a:cubicBezTo>
                  <a:cubicBezTo>
                    <a:pt x="247778" y="8800"/>
                    <a:pt x="247717" y="8699"/>
                    <a:pt x="247677" y="8578"/>
                  </a:cubicBezTo>
                  <a:cubicBezTo>
                    <a:pt x="247576" y="8335"/>
                    <a:pt x="247515" y="8092"/>
                    <a:pt x="247515" y="7809"/>
                  </a:cubicBezTo>
                  <a:cubicBezTo>
                    <a:pt x="247515" y="7728"/>
                    <a:pt x="247515" y="7627"/>
                    <a:pt x="247535" y="7546"/>
                  </a:cubicBezTo>
                  <a:cubicBezTo>
                    <a:pt x="247576" y="7182"/>
                    <a:pt x="247738" y="6858"/>
                    <a:pt x="247940" y="6595"/>
                  </a:cubicBezTo>
                  <a:cubicBezTo>
                    <a:pt x="248102" y="6393"/>
                    <a:pt x="248304" y="6231"/>
                    <a:pt x="248527" y="6110"/>
                  </a:cubicBezTo>
                  <a:lnTo>
                    <a:pt x="248041" y="6029"/>
                  </a:lnTo>
                  <a:lnTo>
                    <a:pt x="248082" y="5685"/>
                  </a:lnTo>
                  <a:lnTo>
                    <a:pt x="248790" y="5685"/>
                  </a:lnTo>
                  <a:lnTo>
                    <a:pt x="248790" y="4997"/>
                  </a:lnTo>
                  <a:lnTo>
                    <a:pt x="247151" y="1194"/>
                  </a:lnTo>
                  <a:lnTo>
                    <a:pt x="246059" y="2853"/>
                  </a:lnTo>
                  <a:lnTo>
                    <a:pt x="242640" y="2853"/>
                  </a:lnTo>
                  <a:lnTo>
                    <a:pt x="242316" y="3075"/>
                  </a:lnTo>
                  <a:lnTo>
                    <a:pt x="242781" y="4006"/>
                  </a:lnTo>
                  <a:lnTo>
                    <a:pt x="242781" y="4896"/>
                  </a:lnTo>
                  <a:lnTo>
                    <a:pt x="242316" y="5523"/>
                  </a:lnTo>
                  <a:lnTo>
                    <a:pt x="242316" y="5826"/>
                  </a:lnTo>
                  <a:lnTo>
                    <a:pt x="242377" y="5847"/>
                  </a:lnTo>
                  <a:lnTo>
                    <a:pt x="242397" y="5847"/>
                  </a:lnTo>
                  <a:cubicBezTo>
                    <a:pt x="242518" y="5847"/>
                    <a:pt x="242660" y="5867"/>
                    <a:pt x="242781" y="5887"/>
                  </a:cubicBezTo>
                  <a:cubicBezTo>
                    <a:pt x="242842" y="5907"/>
                    <a:pt x="242903" y="5907"/>
                    <a:pt x="242963" y="5928"/>
                  </a:cubicBezTo>
                  <a:cubicBezTo>
                    <a:pt x="243105" y="5968"/>
                    <a:pt x="243206" y="6029"/>
                    <a:pt x="243328" y="6089"/>
                  </a:cubicBezTo>
                  <a:cubicBezTo>
                    <a:pt x="243934" y="6413"/>
                    <a:pt x="244359" y="7060"/>
                    <a:pt x="244359" y="7809"/>
                  </a:cubicBezTo>
                  <a:cubicBezTo>
                    <a:pt x="244359" y="8557"/>
                    <a:pt x="243934" y="9205"/>
                    <a:pt x="243328" y="9549"/>
                  </a:cubicBezTo>
                  <a:cubicBezTo>
                    <a:pt x="243206" y="9609"/>
                    <a:pt x="243105" y="9650"/>
                    <a:pt x="242963" y="9690"/>
                  </a:cubicBezTo>
                  <a:cubicBezTo>
                    <a:pt x="242903" y="9710"/>
                    <a:pt x="242842" y="9731"/>
                    <a:pt x="242781" y="9731"/>
                  </a:cubicBezTo>
                  <a:cubicBezTo>
                    <a:pt x="242660" y="9771"/>
                    <a:pt x="242518" y="9771"/>
                    <a:pt x="242397" y="9771"/>
                  </a:cubicBezTo>
                  <a:cubicBezTo>
                    <a:pt x="242174" y="9771"/>
                    <a:pt x="241992" y="9751"/>
                    <a:pt x="241810" y="9690"/>
                  </a:cubicBezTo>
                  <a:cubicBezTo>
                    <a:pt x="241001" y="9447"/>
                    <a:pt x="240414" y="8699"/>
                    <a:pt x="240414" y="7809"/>
                  </a:cubicBezTo>
                  <a:cubicBezTo>
                    <a:pt x="240414" y="7566"/>
                    <a:pt x="240475" y="7323"/>
                    <a:pt x="240556" y="7101"/>
                  </a:cubicBezTo>
                  <a:cubicBezTo>
                    <a:pt x="240637" y="6878"/>
                    <a:pt x="240758" y="6696"/>
                    <a:pt x="240920" y="6514"/>
                  </a:cubicBezTo>
                  <a:lnTo>
                    <a:pt x="240859" y="6514"/>
                  </a:lnTo>
                  <a:lnTo>
                    <a:pt x="240940" y="6494"/>
                  </a:lnTo>
                  <a:cubicBezTo>
                    <a:pt x="241021" y="6413"/>
                    <a:pt x="241102" y="6332"/>
                    <a:pt x="241183" y="6271"/>
                  </a:cubicBezTo>
                  <a:cubicBezTo>
                    <a:pt x="241264" y="6191"/>
                    <a:pt x="241365" y="6130"/>
                    <a:pt x="241466" y="6089"/>
                  </a:cubicBezTo>
                  <a:lnTo>
                    <a:pt x="241102" y="5300"/>
                  </a:lnTo>
                  <a:lnTo>
                    <a:pt x="240354" y="5159"/>
                  </a:lnTo>
                  <a:lnTo>
                    <a:pt x="240354" y="3298"/>
                  </a:lnTo>
                  <a:lnTo>
                    <a:pt x="239828" y="2853"/>
                  </a:lnTo>
                  <a:lnTo>
                    <a:pt x="237076" y="2853"/>
                  </a:lnTo>
                  <a:lnTo>
                    <a:pt x="237076" y="4006"/>
                  </a:lnTo>
                  <a:lnTo>
                    <a:pt x="236287" y="4006"/>
                  </a:lnTo>
                  <a:lnTo>
                    <a:pt x="236287" y="4511"/>
                  </a:lnTo>
                  <a:lnTo>
                    <a:pt x="236672" y="5037"/>
                  </a:lnTo>
                  <a:lnTo>
                    <a:pt x="236550" y="5786"/>
                  </a:lnTo>
                  <a:lnTo>
                    <a:pt x="236105" y="6029"/>
                  </a:lnTo>
                  <a:cubicBezTo>
                    <a:pt x="236368" y="6150"/>
                    <a:pt x="236591" y="6312"/>
                    <a:pt x="236773" y="6514"/>
                  </a:cubicBezTo>
                  <a:cubicBezTo>
                    <a:pt x="237076" y="6858"/>
                    <a:pt x="237258" y="7323"/>
                    <a:pt x="237258" y="7809"/>
                  </a:cubicBezTo>
                  <a:cubicBezTo>
                    <a:pt x="237258" y="8699"/>
                    <a:pt x="236672" y="9447"/>
                    <a:pt x="235883" y="9690"/>
                  </a:cubicBezTo>
                  <a:cubicBezTo>
                    <a:pt x="235701" y="9751"/>
                    <a:pt x="235498" y="9771"/>
                    <a:pt x="235296" y="9771"/>
                  </a:cubicBezTo>
                  <a:cubicBezTo>
                    <a:pt x="234952" y="9771"/>
                    <a:pt x="234629" y="9690"/>
                    <a:pt x="234345" y="9549"/>
                  </a:cubicBezTo>
                  <a:cubicBezTo>
                    <a:pt x="233738" y="9205"/>
                    <a:pt x="233334" y="8557"/>
                    <a:pt x="233334" y="7809"/>
                  </a:cubicBezTo>
                  <a:cubicBezTo>
                    <a:pt x="233334" y="6878"/>
                    <a:pt x="233981" y="6110"/>
                    <a:pt x="234831" y="5907"/>
                  </a:cubicBezTo>
                  <a:lnTo>
                    <a:pt x="234325" y="5078"/>
                  </a:lnTo>
                  <a:lnTo>
                    <a:pt x="234871" y="3824"/>
                  </a:lnTo>
                  <a:lnTo>
                    <a:pt x="234831" y="2853"/>
                  </a:lnTo>
                  <a:lnTo>
                    <a:pt x="227487" y="2853"/>
                  </a:lnTo>
                  <a:lnTo>
                    <a:pt x="227487" y="3601"/>
                  </a:lnTo>
                  <a:lnTo>
                    <a:pt x="228317" y="4350"/>
                  </a:lnTo>
                  <a:lnTo>
                    <a:pt x="228317" y="5240"/>
                  </a:lnTo>
                  <a:lnTo>
                    <a:pt x="228863" y="5968"/>
                  </a:lnTo>
                  <a:cubicBezTo>
                    <a:pt x="229126" y="6069"/>
                    <a:pt x="229369" y="6211"/>
                    <a:pt x="229551" y="6393"/>
                  </a:cubicBezTo>
                  <a:cubicBezTo>
                    <a:pt x="229753" y="6595"/>
                    <a:pt x="229915" y="6818"/>
                    <a:pt x="230016" y="7081"/>
                  </a:cubicBezTo>
                  <a:cubicBezTo>
                    <a:pt x="230117" y="7323"/>
                    <a:pt x="230178" y="7586"/>
                    <a:pt x="230178" y="7849"/>
                  </a:cubicBezTo>
                  <a:cubicBezTo>
                    <a:pt x="230178" y="8881"/>
                    <a:pt x="229409" y="9710"/>
                    <a:pt x="228418" y="9812"/>
                  </a:cubicBezTo>
                  <a:cubicBezTo>
                    <a:pt x="228357" y="9832"/>
                    <a:pt x="228276" y="9832"/>
                    <a:pt x="228216" y="9832"/>
                  </a:cubicBezTo>
                  <a:cubicBezTo>
                    <a:pt x="228114" y="9832"/>
                    <a:pt x="228013" y="9812"/>
                    <a:pt x="227912" y="9812"/>
                  </a:cubicBezTo>
                  <a:cubicBezTo>
                    <a:pt x="227710" y="9771"/>
                    <a:pt x="227528" y="9710"/>
                    <a:pt x="227346" y="9630"/>
                  </a:cubicBezTo>
                  <a:cubicBezTo>
                    <a:pt x="227103" y="9508"/>
                    <a:pt x="226860" y="9326"/>
                    <a:pt x="226678" y="9083"/>
                  </a:cubicBezTo>
                  <a:cubicBezTo>
                    <a:pt x="226577" y="8942"/>
                    <a:pt x="226476" y="8780"/>
                    <a:pt x="226395" y="8598"/>
                  </a:cubicBezTo>
                  <a:cubicBezTo>
                    <a:pt x="226334" y="8476"/>
                    <a:pt x="226294" y="8355"/>
                    <a:pt x="226274" y="8213"/>
                  </a:cubicBezTo>
                  <a:cubicBezTo>
                    <a:pt x="226253" y="8092"/>
                    <a:pt x="226233" y="7950"/>
                    <a:pt x="226233" y="7809"/>
                  </a:cubicBezTo>
                  <a:cubicBezTo>
                    <a:pt x="226233" y="7242"/>
                    <a:pt x="226476" y="6716"/>
                    <a:pt x="226880" y="6373"/>
                  </a:cubicBezTo>
                  <a:lnTo>
                    <a:pt x="226820" y="6373"/>
                  </a:lnTo>
                  <a:lnTo>
                    <a:pt x="226880" y="6110"/>
                  </a:lnTo>
                  <a:lnTo>
                    <a:pt x="226172" y="5685"/>
                  </a:lnTo>
                  <a:lnTo>
                    <a:pt x="226172" y="4815"/>
                  </a:lnTo>
                  <a:lnTo>
                    <a:pt x="226395" y="4350"/>
                  </a:lnTo>
                  <a:lnTo>
                    <a:pt x="226557" y="2853"/>
                  </a:lnTo>
                  <a:lnTo>
                    <a:pt x="223441" y="2853"/>
                  </a:lnTo>
                  <a:lnTo>
                    <a:pt x="222329" y="4006"/>
                  </a:lnTo>
                  <a:lnTo>
                    <a:pt x="222329" y="6110"/>
                  </a:lnTo>
                  <a:lnTo>
                    <a:pt x="222066" y="6150"/>
                  </a:lnTo>
                  <a:cubicBezTo>
                    <a:pt x="222673" y="6474"/>
                    <a:pt x="223097" y="7121"/>
                    <a:pt x="223097" y="7849"/>
                  </a:cubicBezTo>
                  <a:cubicBezTo>
                    <a:pt x="223097" y="8679"/>
                    <a:pt x="222592" y="9367"/>
                    <a:pt x="221884" y="9670"/>
                  </a:cubicBezTo>
                  <a:cubicBezTo>
                    <a:pt x="221823" y="9690"/>
                    <a:pt x="221762" y="9710"/>
                    <a:pt x="221702" y="9731"/>
                  </a:cubicBezTo>
                  <a:cubicBezTo>
                    <a:pt x="221580" y="9771"/>
                    <a:pt x="221459" y="9812"/>
                    <a:pt x="221317" y="9812"/>
                  </a:cubicBezTo>
                  <a:cubicBezTo>
                    <a:pt x="221256" y="9832"/>
                    <a:pt x="221196" y="9832"/>
                    <a:pt x="221115" y="9832"/>
                  </a:cubicBezTo>
                  <a:cubicBezTo>
                    <a:pt x="221054" y="9832"/>
                    <a:pt x="220993" y="9832"/>
                    <a:pt x="220913" y="9812"/>
                  </a:cubicBezTo>
                  <a:cubicBezTo>
                    <a:pt x="220791" y="9812"/>
                    <a:pt x="220670" y="9771"/>
                    <a:pt x="220528" y="9731"/>
                  </a:cubicBezTo>
                  <a:cubicBezTo>
                    <a:pt x="220468" y="9710"/>
                    <a:pt x="220407" y="9690"/>
                    <a:pt x="220366" y="9670"/>
                  </a:cubicBezTo>
                  <a:cubicBezTo>
                    <a:pt x="219658" y="9367"/>
                    <a:pt x="219153" y="8679"/>
                    <a:pt x="219153" y="7849"/>
                  </a:cubicBezTo>
                  <a:cubicBezTo>
                    <a:pt x="219153" y="7607"/>
                    <a:pt x="219213" y="7364"/>
                    <a:pt x="219294" y="7141"/>
                  </a:cubicBezTo>
                  <a:cubicBezTo>
                    <a:pt x="219375" y="6919"/>
                    <a:pt x="219517" y="6716"/>
                    <a:pt x="219658" y="6534"/>
                  </a:cubicBezTo>
                  <a:lnTo>
                    <a:pt x="220609" y="5847"/>
                  </a:lnTo>
                  <a:lnTo>
                    <a:pt x="220447" y="1902"/>
                  </a:lnTo>
                  <a:cubicBezTo>
                    <a:pt x="220447" y="1902"/>
                    <a:pt x="220306" y="2387"/>
                    <a:pt x="219800" y="2630"/>
                  </a:cubicBezTo>
                  <a:cubicBezTo>
                    <a:pt x="219372" y="2818"/>
                    <a:pt x="219132" y="2833"/>
                    <a:pt x="219069" y="2833"/>
                  </a:cubicBezTo>
                  <a:cubicBezTo>
                    <a:pt x="219057" y="2833"/>
                    <a:pt x="219051" y="2832"/>
                    <a:pt x="219051" y="2832"/>
                  </a:cubicBezTo>
                  <a:lnTo>
                    <a:pt x="219051" y="2853"/>
                  </a:lnTo>
                  <a:lnTo>
                    <a:pt x="214783" y="2853"/>
                  </a:lnTo>
                  <a:lnTo>
                    <a:pt x="214055" y="0"/>
                  </a:lnTo>
                  <a:lnTo>
                    <a:pt x="212173" y="1619"/>
                  </a:lnTo>
                  <a:lnTo>
                    <a:pt x="214783" y="3358"/>
                  </a:lnTo>
                  <a:lnTo>
                    <a:pt x="213994" y="3743"/>
                  </a:lnTo>
                  <a:lnTo>
                    <a:pt x="213610" y="4673"/>
                  </a:lnTo>
                  <a:lnTo>
                    <a:pt x="214783" y="5725"/>
                  </a:lnTo>
                  <a:lnTo>
                    <a:pt x="214783" y="6049"/>
                  </a:lnTo>
                  <a:cubicBezTo>
                    <a:pt x="214864" y="6069"/>
                    <a:pt x="214945" y="6130"/>
                    <a:pt x="215026" y="6170"/>
                  </a:cubicBezTo>
                  <a:cubicBezTo>
                    <a:pt x="215208" y="6271"/>
                    <a:pt x="215349" y="6393"/>
                    <a:pt x="215471" y="6534"/>
                  </a:cubicBezTo>
                  <a:cubicBezTo>
                    <a:pt x="215794" y="6878"/>
                    <a:pt x="215997" y="7344"/>
                    <a:pt x="215997" y="7849"/>
                  </a:cubicBezTo>
                  <a:cubicBezTo>
                    <a:pt x="215997" y="8335"/>
                    <a:pt x="215835" y="8780"/>
                    <a:pt x="215552" y="9104"/>
                  </a:cubicBezTo>
                  <a:cubicBezTo>
                    <a:pt x="215471" y="9205"/>
                    <a:pt x="215370" y="9306"/>
                    <a:pt x="215289" y="9387"/>
                  </a:cubicBezTo>
                  <a:cubicBezTo>
                    <a:pt x="215228" y="9407"/>
                    <a:pt x="215187" y="9447"/>
                    <a:pt x="215127" y="9488"/>
                  </a:cubicBezTo>
                  <a:cubicBezTo>
                    <a:pt x="215026" y="9569"/>
                    <a:pt x="214904" y="9630"/>
                    <a:pt x="214803" y="9670"/>
                  </a:cubicBezTo>
                  <a:cubicBezTo>
                    <a:pt x="214742" y="9690"/>
                    <a:pt x="214682" y="9710"/>
                    <a:pt x="214621" y="9731"/>
                  </a:cubicBezTo>
                  <a:cubicBezTo>
                    <a:pt x="214500" y="9771"/>
                    <a:pt x="214358" y="9812"/>
                    <a:pt x="214237" y="9812"/>
                  </a:cubicBezTo>
                  <a:cubicBezTo>
                    <a:pt x="214156" y="9832"/>
                    <a:pt x="214095" y="9832"/>
                    <a:pt x="214034" y="9832"/>
                  </a:cubicBezTo>
                  <a:cubicBezTo>
                    <a:pt x="213630" y="9832"/>
                    <a:pt x="213245" y="9710"/>
                    <a:pt x="212922" y="9488"/>
                  </a:cubicBezTo>
                  <a:cubicBezTo>
                    <a:pt x="212396" y="9144"/>
                    <a:pt x="212052" y="8537"/>
                    <a:pt x="212052" y="7849"/>
                  </a:cubicBezTo>
                  <a:cubicBezTo>
                    <a:pt x="212052" y="7222"/>
                    <a:pt x="212375" y="6636"/>
                    <a:pt x="212861" y="6292"/>
                  </a:cubicBezTo>
                  <a:cubicBezTo>
                    <a:pt x="212922" y="6231"/>
                    <a:pt x="213003" y="6191"/>
                    <a:pt x="213084" y="6150"/>
                  </a:cubicBezTo>
                  <a:lnTo>
                    <a:pt x="212578" y="6069"/>
                  </a:lnTo>
                  <a:lnTo>
                    <a:pt x="212638" y="5725"/>
                  </a:lnTo>
                  <a:lnTo>
                    <a:pt x="213326" y="5725"/>
                  </a:lnTo>
                  <a:lnTo>
                    <a:pt x="213326" y="5037"/>
                  </a:lnTo>
                  <a:lnTo>
                    <a:pt x="210535" y="2853"/>
                  </a:lnTo>
                  <a:lnTo>
                    <a:pt x="207237" y="2853"/>
                  </a:lnTo>
                  <a:lnTo>
                    <a:pt x="206853" y="3116"/>
                  </a:lnTo>
                  <a:lnTo>
                    <a:pt x="207318" y="4046"/>
                  </a:lnTo>
                  <a:lnTo>
                    <a:pt x="207318" y="4936"/>
                  </a:lnTo>
                  <a:lnTo>
                    <a:pt x="206853" y="5563"/>
                  </a:lnTo>
                  <a:lnTo>
                    <a:pt x="206853" y="5867"/>
                  </a:lnTo>
                  <a:lnTo>
                    <a:pt x="206913" y="5887"/>
                  </a:lnTo>
                  <a:lnTo>
                    <a:pt x="206934" y="5887"/>
                  </a:lnTo>
                  <a:cubicBezTo>
                    <a:pt x="207399" y="5887"/>
                    <a:pt x="207844" y="6069"/>
                    <a:pt x="208188" y="6332"/>
                  </a:cubicBezTo>
                  <a:cubicBezTo>
                    <a:pt x="208370" y="6494"/>
                    <a:pt x="208552" y="6696"/>
                    <a:pt x="208673" y="6919"/>
                  </a:cubicBezTo>
                  <a:cubicBezTo>
                    <a:pt x="208734" y="7040"/>
                    <a:pt x="208775" y="7141"/>
                    <a:pt x="208815" y="7283"/>
                  </a:cubicBezTo>
                  <a:cubicBezTo>
                    <a:pt x="208876" y="7465"/>
                    <a:pt x="208896" y="7647"/>
                    <a:pt x="208896" y="7849"/>
                  </a:cubicBezTo>
                  <a:cubicBezTo>
                    <a:pt x="208896" y="8072"/>
                    <a:pt x="208876" y="8254"/>
                    <a:pt x="208815" y="8436"/>
                  </a:cubicBezTo>
                  <a:cubicBezTo>
                    <a:pt x="208775" y="8557"/>
                    <a:pt x="208734" y="8679"/>
                    <a:pt x="208673" y="8800"/>
                  </a:cubicBezTo>
                  <a:cubicBezTo>
                    <a:pt x="208552" y="9023"/>
                    <a:pt x="208370" y="9225"/>
                    <a:pt x="208188" y="9387"/>
                  </a:cubicBezTo>
                  <a:cubicBezTo>
                    <a:pt x="207844" y="9650"/>
                    <a:pt x="207399" y="9832"/>
                    <a:pt x="206934" y="9832"/>
                  </a:cubicBezTo>
                  <a:cubicBezTo>
                    <a:pt x="206731" y="9832"/>
                    <a:pt x="206529" y="9791"/>
                    <a:pt x="206347" y="9731"/>
                  </a:cubicBezTo>
                  <a:cubicBezTo>
                    <a:pt x="205538" y="9488"/>
                    <a:pt x="204971" y="8739"/>
                    <a:pt x="204971" y="7849"/>
                  </a:cubicBezTo>
                  <a:cubicBezTo>
                    <a:pt x="204971" y="7728"/>
                    <a:pt x="204971" y="7607"/>
                    <a:pt x="204991" y="7485"/>
                  </a:cubicBezTo>
                  <a:cubicBezTo>
                    <a:pt x="205072" y="7141"/>
                    <a:pt x="205234" y="6818"/>
                    <a:pt x="205457" y="6555"/>
                  </a:cubicBezTo>
                  <a:lnTo>
                    <a:pt x="205457" y="6555"/>
                  </a:lnTo>
                  <a:lnTo>
                    <a:pt x="205497" y="6534"/>
                  </a:lnTo>
                  <a:cubicBezTo>
                    <a:pt x="205639" y="6373"/>
                    <a:pt x="205821" y="6231"/>
                    <a:pt x="206003" y="6130"/>
                  </a:cubicBezTo>
                  <a:lnTo>
                    <a:pt x="205639" y="5361"/>
                  </a:lnTo>
                  <a:lnTo>
                    <a:pt x="204890" y="5219"/>
                  </a:lnTo>
                  <a:lnTo>
                    <a:pt x="204890" y="3338"/>
                  </a:lnTo>
                  <a:lnTo>
                    <a:pt x="204324" y="2853"/>
                  </a:lnTo>
                  <a:lnTo>
                    <a:pt x="201613" y="2853"/>
                  </a:lnTo>
                  <a:lnTo>
                    <a:pt x="201613" y="4107"/>
                  </a:lnTo>
                  <a:lnTo>
                    <a:pt x="200824" y="4107"/>
                  </a:lnTo>
                  <a:lnTo>
                    <a:pt x="200824" y="4633"/>
                  </a:lnTo>
                  <a:lnTo>
                    <a:pt x="201229" y="5139"/>
                  </a:lnTo>
                  <a:lnTo>
                    <a:pt x="200642" y="6130"/>
                  </a:lnTo>
                  <a:cubicBezTo>
                    <a:pt x="201168" y="6352"/>
                    <a:pt x="201552" y="6797"/>
                    <a:pt x="201714" y="7344"/>
                  </a:cubicBezTo>
                  <a:cubicBezTo>
                    <a:pt x="201775" y="7526"/>
                    <a:pt x="201815" y="7708"/>
                    <a:pt x="201815" y="7910"/>
                  </a:cubicBezTo>
                  <a:cubicBezTo>
                    <a:pt x="201815" y="8112"/>
                    <a:pt x="201775" y="8315"/>
                    <a:pt x="201714" y="8497"/>
                  </a:cubicBezTo>
                  <a:cubicBezTo>
                    <a:pt x="201674" y="8618"/>
                    <a:pt x="201633" y="8739"/>
                    <a:pt x="201573" y="8861"/>
                  </a:cubicBezTo>
                  <a:cubicBezTo>
                    <a:pt x="201451" y="9083"/>
                    <a:pt x="201289" y="9265"/>
                    <a:pt x="201087" y="9427"/>
                  </a:cubicBezTo>
                  <a:cubicBezTo>
                    <a:pt x="200743" y="9710"/>
                    <a:pt x="200318" y="9893"/>
                    <a:pt x="199833" y="9893"/>
                  </a:cubicBezTo>
                  <a:cubicBezTo>
                    <a:pt x="199631" y="9893"/>
                    <a:pt x="199428" y="9852"/>
                    <a:pt x="199246" y="9791"/>
                  </a:cubicBezTo>
                  <a:cubicBezTo>
                    <a:pt x="198457" y="9549"/>
                    <a:pt x="197871" y="8800"/>
                    <a:pt x="197871" y="7910"/>
                  </a:cubicBezTo>
                  <a:cubicBezTo>
                    <a:pt x="197871" y="6979"/>
                    <a:pt x="198518" y="6211"/>
                    <a:pt x="199388" y="6008"/>
                  </a:cubicBezTo>
                  <a:lnTo>
                    <a:pt x="198862" y="5179"/>
                  </a:lnTo>
                  <a:lnTo>
                    <a:pt x="199428" y="3925"/>
                  </a:lnTo>
                  <a:lnTo>
                    <a:pt x="199388" y="2853"/>
                  </a:lnTo>
                  <a:lnTo>
                    <a:pt x="198761" y="1902"/>
                  </a:lnTo>
                  <a:lnTo>
                    <a:pt x="196940" y="2327"/>
                  </a:lnTo>
                  <a:lnTo>
                    <a:pt x="197749" y="2853"/>
                  </a:lnTo>
                  <a:lnTo>
                    <a:pt x="193137" y="2853"/>
                  </a:lnTo>
                  <a:lnTo>
                    <a:pt x="192671" y="3176"/>
                  </a:lnTo>
                  <a:lnTo>
                    <a:pt x="193137" y="4107"/>
                  </a:lnTo>
                  <a:lnTo>
                    <a:pt x="193137" y="4997"/>
                  </a:lnTo>
                  <a:lnTo>
                    <a:pt x="192671" y="5624"/>
                  </a:lnTo>
                  <a:lnTo>
                    <a:pt x="192671" y="5928"/>
                  </a:lnTo>
                  <a:lnTo>
                    <a:pt x="192732" y="5948"/>
                  </a:lnTo>
                  <a:lnTo>
                    <a:pt x="192752" y="5948"/>
                  </a:lnTo>
                  <a:cubicBezTo>
                    <a:pt x="192955" y="5948"/>
                    <a:pt x="193137" y="5988"/>
                    <a:pt x="193319" y="6029"/>
                  </a:cubicBezTo>
                  <a:cubicBezTo>
                    <a:pt x="193400" y="6049"/>
                    <a:pt x="193460" y="6069"/>
                    <a:pt x="193501" y="6110"/>
                  </a:cubicBezTo>
                  <a:cubicBezTo>
                    <a:pt x="194209" y="6393"/>
                    <a:pt x="194715" y="7101"/>
                    <a:pt x="194715" y="7910"/>
                  </a:cubicBezTo>
                  <a:cubicBezTo>
                    <a:pt x="194715" y="8739"/>
                    <a:pt x="194209" y="9427"/>
                    <a:pt x="193501" y="9731"/>
                  </a:cubicBezTo>
                  <a:cubicBezTo>
                    <a:pt x="193460" y="9751"/>
                    <a:pt x="193400" y="9771"/>
                    <a:pt x="193319" y="9791"/>
                  </a:cubicBezTo>
                  <a:cubicBezTo>
                    <a:pt x="193137" y="9852"/>
                    <a:pt x="192955" y="9893"/>
                    <a:pt x="192752" y="9893"/>
                  </a:cubicBezTo>
                  <a:cubicBezTo>
                    <a:pt x="192611" y="9893"/>
                    <a:pt x="192469" y="9872"/>
                    <a:pt x="192348" y="9852"/>
                  </a:cubicBezTo>
                  <a:cubicBezTo>
                    <a:pt x="191458" y="9650"/>
                    <a:pt x="190770" y="8861"/>
                    <a:pt x="190770" y="7910"/>
                  </a:cubicBezTo>
                  <a:cubicBezTo>
                    <a:pt x="190770" y="7789"/>
                    <a:pt x="190790" y="7667"/>
                    <a:pt x="190810" y="7546"/>
                  </a:cubicBezTo>
                  <a:cubicBezTo>
                    <a:pt x="190871" y="7202"/>
                    <a:pt x="191053" y="6878"/>
                    <a:pt x="191275" y="6615"/>
                  </a:cubicBezTo>
                  <a:lnTo>
                    <a:pt x="191215" y="6615"/>
                  </a:lnTo>
                  <a:lnTo>
                    <a:pt x="191296" y="6595"/>
                  </a:lnTo>
                  <a:cubicBezTo>
                    <a:pt x="191377" y="6514"/>
                    <a:pt x="191458" y="6433"/>
                    <a:pt x="191538" y="6373"/>
                  </a:cubicBezTo>
                  <a:cubicBezTo>
                    <a:pt x="191619" y="6292"/>
                    <a:pt x="191721" y="6231"/>
                    <a:pt x="191822" y="6191"/>
                  </a:cubicBezTo>
                  <a:lnTo>
                    <a:pt x="191458" y="5402"/>
                  </a:lnTo>
                  <a:lnTo>
                    <a:pt x="190709" y="5280"/>
                  </a:lnTo>
                  <a:lnTo>
                    <a:pt x="190709" y="3399"/>
                  </a:lnTo>
                  <a:lnTo>
                    <a:pt x="189515" y="1801"/>
                  </a:lnTo>
                  <a:lnTo>
                    <a:pt x="188989" y="2853"/>
                  </a:lnTo>
                  <a:lnTo>
                    <a:pt x="184074" y="2853"/>
                  </a:lnTo>
                  <a:lnTo>
                    <a:pt x="183163" y="749"/>
                  </a:lnTo>
                  <a:lnTo>
                    <a:pt x="182475" y="2428"/>
                  </a:lnTo>
                  <a:lnTo>
                    <a:pt x="184215" y="4896"/>
                  </a:lnTo>
                  <a:lnTo>
                    <a:pt x="183750" y="5826"/>
                  </a:lnTo>
                  <a:lnTo>
                    <a:pt x="183811" y="5847"/>
                  </a:lnTo>
                  <a:lnTo>
                    <a:pt x="183831" y="5847"/>
                  </a:lnTo>
                  <a:cubicBezTo>
                    <a:pt x="183952" y="5847"/>
                    <a:pt x="184094" y="5867"/>
                    <a:pt x="184215" y="5887"/>
                  </a:cubicBezTo>
                  <a:cubicBezTo>
                    <a:pt x="184276" y="5907"/>
                    <a:pt x="184337" y="5907"/>
                    <a:pt x="184397" y="5928"/>
                  </a:cubicBezTo>
                  <a:cubicBezTo>
                    <a:pt x="184539" y="5968"/>
                    <a:pt x="184640" y="6029"/>
                    <a:pt x="184761" y="6089"/>
                  </a:cubicBezTo>
                  <a:cubicBezTo>
                    <a:pt x="185368" y="6413"/>
                    <a:pt x="185793" y="7060"/>
                    <a:pt x="185793" y="7809"/>
                  </a:cubicBezTo>
                  <a:cubicBezTo>
                    <a:pt x="185793" y="8557"/>
                    <a:pt x="185368" y="9205"/>
                    <a:pt x="184761" y="9549"/>
                  </a:cubicBezTo>
                  <a:cubicBezTo>
                    <a:pt x="184640" y="9609"/>
                    <a:pt x="184539" y="9650"/>
                    <a:pt x="184397" y="9690"/>
                  </a:cubicBezTo>
                  <a:cubicBezTo>
                    <a:pt x="184337" y="9710"/>
                    <a:pt x="184276" y="9731"/>
                    <a:pt x="184215" y="9731"/>
                  </a:cubicBezTo>
                  <a:cubicBezTo>
                    <a:pt x="184094" y="9771"/>
                    <a:pt x="183952" y="9771"/>
                    <a:pt x="183831" y="9771"/>
                  </a:cubicBezTo>
                  <a:cubicBezTo>
                    <a:pt x="183608" y="9771"/>
                    <a:pt x="183426" y="9751"/>
                    <a:pt x="183244" y="9690"/>
                  </a:cubicBezTo>
                  <a:cubicBezTo>
                    <a:pt x="182435" y="9447"/>
                    <a:pt x="181848" y="8699"/>
                    <a:pt x="181848" y="7809"/>
                  </a:cubicBezTo>
                  <a:cubicBezTo>
                    <a:pt x="181848" y="7688"/>
                    <a:pt x="181869" y="7566"/>
                    <a:pt x="181889" y="7445"/>
                  </a:cubicBezTo>
                  <a:cubicBezTo>
                    <a:pt x="181949" y="7101"/>
                    <a:pt x="182131" y="6777"/>
                    <a:pt x="182354" y="6514"/>
                  </a:cubicBezTo>
                  <a:lnTo>
                    <a:pt x="182293" y="6514"/>
                  </a:lnTo>
                  <a:lnTo>
                    <a:pt x="182374" y="6494"/>
                  </a:lnTo>
                  <a:cubicBezTo>
                    <a:pt x="182536" y="6332"/>
                    <a:pt x="182698" y="6191"/>
                    <a:pt x="182900" y="6089"/>
                  </a:cubicBezTo>
                  <a:lnTo>
                    <a:pt x="182536" y="5300"/>
                  </a:lnTo>
                  <a:lnTo>
                    <a:pt x="181788" y="5159"/>
                  </a:lnTo>
                  <a:lnTo>
                    <a:pt x="181788" y="3298"/>
                  </a:lnTo>
                  <a:lnTo>
                    <a:pt x="181262" y="2853"/>
                  </a:lnTo>
                  <a:lnTo>
                    <a:pt x="178510" y="2853"/>
                  </a:lnTo>
                  <a:lnTo>
                    <a:pt x="178510" y="4006"/>
                  </a:lnTo>
                  <a:lnTo>
                    <a:pt x="177721" y="4006"/>
                  </a:lnTo>
                  <a:lnTo>
                    <a:pt x="177721" y="4511"/>
                  </a:lnTo>
                  <a:lnTo>
                    <a:pt x="178106" y="5037"/>
                  </a:lnTo>
                  <a:lnTo>
                    <a:pt x="177721" y="5442"/>
                  </a:lnTo>
                  <a:lnTo>
                    <a:pt x="178692" y="5847"/>
                  </a:lnTo>
                  <a:lnTo>
                    <a:pt x="177539" y="6029"/>
                  </a:lnTo>
                  <a:cubicBezTo>
                    <a:pt x="178227" y="6332"/>
                    <a:pt x="178692" y="7020"/>
                    <a:pt x="178692" y="7809"/>
                  </a:cubicBezTo>
                  <a:cubicBezTo>
                    <a:pt x="178692" y="8901"/>
                    <a:pt x="177822" y="9771"/>
                    <a:pt x="176730" y="9771"/>
                  </a:cubicBezTo>
                  <a:cubicBezTo>
                    <a:pt x="175638" y="9771"/>
                    <a:pt x="174768" y="8901"/>
                    <a:pt x="174768" y="7809"/>
                  </a:cubicBezTo>
                  <a:cubicBezTo>
                    <a:pt x="174768" y="6878"/>
                    <a:pt x="175415" y="6110"/>
                    <a:pt x="176265" y="5907"/>
                  </a:cubicBezTo>
                  <a:lnTo>
                    <a:pt x="175759" y="5078"/>
                  </a:lnTo>
                  <a:lnTo>
                    <a:pt x="176305" y="3824"/>
                  </a:lnTo>
                  <a:lnTo>
                    <a:pt x="176265" y="2853"/>
                  </a:lnTo>
                  <a:lnTo>
                    <a:pt x="172502" y="2853"/>
                  </a:lnTo>
                  <a:lnTo>
                    <a:pt x="171066" y="1437"/>
                  </a:lnTo>
                  <a:lnTo>
                    <a:pt x="170762" y="2145"/>
                  </a:lnTo>
                  <a:lnTo>
                    <a:pt x="170014" y="2145"/>
                  </a:lnTo>
                  <a:lnTo>
                    <a:pt x="168517" y="4248"/>
                  </a:lnTo>
                  <a:lnTo>
                    <a:pt x="169913" y="5867"/>
                  </a:lnTo>
                  <a:cubicBezTo>
                    <a:pt x="170863" y="6008"/>
                    <a:pt x="171592" y="6818"/>
                    <a:pt x="171592" y="7809"/>
                  </a:cubicBezTo>
                  <a:cubicBezTo>
                    <a:pt x="171592" y="8760"/>
                    <a:pt x="170924" y="9549"/>
                    <a:pt x="170034" y="9731"/>
                  </a:cubicBezTo>
                  <a:cubicBezTo>
                    <a:pt x="169892" y="9771"/>
                    <a:pt x="169771" y="9771"/>
                    <a:pt x="169629" y="9771"/>
                  </a:cubicBezTo>
                  <a:lnTo>
                    <a:pt x="169427" y="9771"/>
                  </a:lnTo>
                  <a:cubicBezTo>
                    <a:pt x="169306" y="9751"/>
                    <a:pt x="169164" y="9731"/>
                    <a:pt x="169043" y="9690"/>
                  </a:cubicBezTo>
                  <a:cubicBezTo>
                    <a:pt x="168982" y="9670"/>
                    <a:pt x="168921" y="9650"/>
                    <a:pt x="168861" y="9630"/>
                  </a:cubicBezTo>
                  <a:cubicBezTo>
                    <a:pt x="168739" y="9569"/>
                    <a:pt x="168638" y="9508"/>
                    <a:pt x="168537" y="9447"/>
                  </a:cubicBezTo>
                  <a:cubicBezTo>
                    <a:pt x="168476" y="9407"/>
                    <a:pt x="168436" y="9367"/>
                    <a:pt x="168375" y="9326"/>
                  </a:cubicBezTo>
                  <a:cubicBezTo>
                    <a:pt x="168274" y="9245"/>
                    <a:pt x="168193" y="9164"/>
                    <a:pt x="168112" y="9063"/>
                  </a:cubicBezTo>
                  <a:cubicBezTo>
                    <a:pt x="167829" y="8719"/>
                    <a:pt x="167667" y="8294"/>
                    <a:pt x="167667" y="7809"/>
                  </a:cubicBezTo>
                  <a:cubicBezTo>
                    <a:pt x="167667" y="7323"/>
                    <a:pt x="167849" y="6878"/>
                    <a:pt x="168153" y="6534"/>
                  </a:cubicBezTo>
                  <a:lnTo>
                    <a:pt x="168132" y="6534"/>
                  </a:lnTo>
                  <a:lnTo>
                    <a:pt x="168092" y="5644"/>
                  </a:lnTo>
                  <a:lnTo>
                    <a:pt x="167424" y="5442"/>
                  </a:lnTo>
                  <a:lnTo>
                    <a:pt x="167424" y="3864"/>
                  </a:lnTo>
                  <a:lnTo>
                    <a:pt x="167890" y="3864"/>
                  </a:lnTo>
                  <a:lnTo>
                    <a:pt x="167890" y="2853"/>
                  </a:lnTo>
                  <a:lnTo>
                    <a:pt x="164815" y="2853"/>
                  </a:lnTo>
                  <a:lnTo>
                    <a:pt x="163742" y="3945"/>
                  </a:lnTo>
                  <a:lnTo>
                    <a:pt x="163742" y="6049"/>
                  </a:lnTo>
                  <a:lnTo>
                    <a:pt x="163479" y="6110"/>
                  </a:lnTo>
                  <a:cubicBezTo>
                    <a:pt x="164086" y="6433"/>
                    <a:pt x="164511" y="7081"/>
                    <a:pt x="164511" y="7809"/>
                  </a:cubicBezTo>
                  <a:cubicBezTo>
                    <a:pt x="164511" y="8618"/>
                    <a:pt x="164005" y="9326"/>
                    <a:pt x="163297" y="9630"/>
                  </a:cubicBezTo>
                  <a:cubicBezTo>
                    <a:pt x="163237" y="9650"/>
                    <a:pt x="163176" y="9670"/>
                    <a:pt x="163115" y="9690"/>
                  </a:cubicBezTo>
                  <a:cubicBezTo>
                    <a:pt x="162994" y="9731"/>
                    <a:pt x="162872" y="9751"/>
                    <a:pt x="162731" y="9771"/>
                  </a:cubicBezTo>
                  <a:lnTo>
                    <a:pt x="162326" y="9771"/>
                  </a:lnTo>
                  <a:cubicBezTo>
                    <a:pt x="162205" y="9751"/>
                    <a:pt x="162083" y="9731"/>
                    <a:pt x="161962" y="9690"/>
                  </a:cubicBezTo>
                  <a:cubicBezTo>
                    <a:pt x="161881" y="9670"/>
                    <a:pt x="161820" y="9650"/>
                    <a:pt x="161780" y="9630"/>
                  </a:cubicBezTo>
                  <a:cubicBezTo>
                    <a:pt x="161072" y="9326"/>
                    <a:pt x="160566" y="8618"/>
                    <a:pt x="160566" y="7809"/>
                  </a:cubicBezTo>
                  <a:cubicBezTo>
                    <a:pt x="160566" y="7566"/>
                    <a:pt x="160627" y="7323"/>
                    <a:pt x="160708" y="7101"/>
                  </a:cubicBezTo>
                  <a:cubicBezTo>
                    <a:pt x="160789" y="6878"/>
                    <a:pt x="160930" y="6676"/>
                    <a:pt x="161092" y="6494"/>
                  </a:cubicBezTo>
                  <a:lnTo>
                    <a:pt x="162953" y="4491"/>
                  </a:lnTo>
                  <a:lnTo>
                    <a:pt x="163459" y="2832"/>
                  </a:lnTo>
                  <a:lnTo>
                    <a:pt x="160425" y="1437"/>
                  </a:lnTo>
                  <a:lnTo>
                    <a:pt x="159959" y="2832"/>
                  </a:lnTo>
                  <a:lnTo>
                    <a:pt x="159959" y="2853"/>
                  </a:lnTo>
                  <a:lnTo>
                    <a:pt x="156197" y="2853"/>
                  </a:lnTo>
                  <a:lnTo>
                    <a:pt x="156197" y="3318"/>
                  </a:lnTo>
                  <a:lnTo>
                    <a:pt x="155408" y="3702"/>
                  </a:lnTo>
                  <a:lnTo>
                    <a:pt x="155023" y="4633"/>
                  </a:lnTo>
                  <a:lnTo>
                    <a:pt x="156197" y="5685"/>
                  </a:lnTo>
                  <a:lnTo>
                    <a:pt x="156197" y="5988"/>
                  </a:lnTo>
                  <a:cubicBezTo>
                    <a:pt x="156277" y="6029"/>
                    <a:pt x="156358" y="6069"/>
                    <a:pt x="156460" y="6130"/>
                  </a:cubicBezTo>
                  <a:cubicBezTo>
                    <a:pt x="156621" y="6231"/>
                    <a:pt x="156763" y="6352"/>
                    <a:pt x="156884" y="6474"/>
                  </a:cubicBezTo>
                  <a:cubicBezTo>
                    <a:pt x="157208" y="6838"/>
                    <a:pt x="157410" y="7303"/>
                    <a:pt x="157410" y="7809"/>
                  </a:cubicBezTo>
                  <a:cubicBezTo>
                    <a:pt x="157410" y="8901"/>
                    <a:pt x="156520" y="9771"/>
                    <a:pt x="155448" y="9771"/>
                  </a:cubicBezTo>
                  <a:cubicBezTo>
                    <a:pt x="155306" y="9771"/>
                    <a:pt x="155165" y="9771"/>
                    <a:pt x="155043" y="9731"/>
                  </a:cubicBezTo>
                  <a:cubicBezTo>
                    <a:pt x="154598" y="9650"/>
                    <a:pt x="154214" y="9407"/>
                    <a:pt x="153931" y="9063"/>
                  </a:cubicBezTo>
                  <a:cubicBezTo>
                    <a:pt x="153890" y="9023"/>
                    <a:pt x="153850" y="8962"/>
                    <a:pt x="153809" y="8922"/>
                  </a:cubicBezTo>
                  <a:cubicBezTo>
                    <a:pt x="153749" y="8800"/>
                    <a:pt x="153688" y="8699"/>
                    <a:pt x="153627" y="8578"/>
                  </a:cubicBezTo>
                  <a:cubicBezTo>
                    <a:pt x="153526" y="8335"/>
                    <a:pt x="153465" y="8092"/>
                    <a:pt x="153465" y="7809"/>
                  </a:cubicBezTo>
                  <a:cubicBezTo>
                    <a:pt x="153465" y="7728"/>
                    <a:pt x="153486" y="7627"/>
                    <a:pt x="153486" y="7546"/>
                  </a:cubicBezTo>
                  <a:cubicBezTo>
                    <a:pt x="153546" y="7182"/>
                    <a:pt x="153688" y="6858"/>
                    <a:pt x="153911" y="6595"/>
                  </a:cubicBezTo>
                  <a:cubicBezTo>
                    <a:pt x="154072" y="6393"/>
                    <a:pt x="154254" y="6231"/>
                    <a:pt x="154497" y="6110"/>
                  </a:cubicBezTo>
                  <a:lnTo>
                    <a:pt x="153991" y="6029"/>
                  </a:lnTo>
                  <a:lnTo>
                    <a:pt x="154052" y="5685"/>
                  </a:lnTo>
                  <a:lnTo>
                    <a:pt x="154740" y="5685"/>
                  </a:lnTo>
                  <a:lnTo>
                    <a:pt x="154740" y="4997"/>
                  </a:lnTo>
                  <a:lnTo>
                    <a:pt x="153122" y="1194"/>
                  </a:lnTo>
                  <a:lnTo>
                    <a:pt x="152009" y="2853"/>
                  </a:lnTo>
                  <a:lnTo>
                    <a:pt x="148590" y="2853"/>
                  </a:lnTo>
                  <a:lnTo>
                    <a:pt x="148266" y="3075"/>
                  </a:lnTo>
                  <a:lnTo>
                    <a:pt x="148732" y="4006"/>
                  </a:lnTo>
                  <a:lnTo>
                    <a:pt x="148732" y="4896"/>
                  </a:lnTo>
                  <a:lnTo>
                    <a:pt x="148266" y="5523"/>
                  </a:lnTo>
                  <a:lnTo>
                    <a:pt x="148266" y="5826"/>
                  </a:lnTo>
                  <a:lnTo>
                    <a:pt x="148327" y="5847"/>
                  </a:lnTo>
                  <a:lnTo>
                    <a:pt x="148347" y="5847"/>
                  </a:lnTo>
                  <a:cubicBezTo>
                    <a:pt x="148489" y="5847"/>
                    <a:pt x="148610" y="5867"/>
                    <a:pt x="148752" y="5887"/>
                  </a:cubicBezTo>
                  <a:cubicBezTo>
                    <a:pt x="148813" y="5907"/>
                    <a:pt x="148873" y="5907"/>
                    <a:pt x="148934" y="5928"/>
                  </a:cubicBezTo>
                  <a:cubicBezTo>
                    <a:pt x="149055" y="5968"/>
                    <a:pt x="149177" y="6029"/>
                    <a:pt x="149278" y="6089"/>
                  </a:cubicBezTo>
                  <a:cubicBezTo>
                    <a:pt x="149905" y="6413"/>
                    <a:pt x="150310" y="7060"/>
                    <a:pt x="150310" y="7809"/>
                  </a:cubicBezTo>
                  <a:cubicBezTo>
                    <a:pt x="150310" y="8557"/>
                    <a:pt x="149905" y="9205"/>
                    <a:pt x="149278" y="9549"/>
                  </a:cubicBezTo>
                  <a:cubicBezTo>
                    <a:pt x="149177" y="9609"/>
                    <a:pt x="149055" y="9650"/>
                    <a:pt x="148934" y="9690"/>
                  </a:cubicBezTo>
                  <a:cubicBezTo>
                    <a:pt x="148873" y="9710"/>
                    <a:pt x="148813" y="9731"/>
                    <a:pt x="148752" y="9731"/>
                  </a:cubicBezTo>
                  <a:cubicBezTo>
                    <a:pt x="148610" y="9771"/>
                    <a:pt x="148489" y="9771"/>
                    <a:pt x="148347" y="9771"/>
                  </a:cubicBezTo>
                  <a:cubicBezTo>
                    <a:pt x="148145" y="9771"/>
                    <a:pt x="147943" y="9751"/>
                    <a:pt x="147761" y="9690"/>
                  </a:cubicBezTo>
                  <a:cubicBezTo>
                    <a:pt x="146951" y="9447"/>
                    <a:pt x="146385" y="8699"/>
                    <a:pt x="146385" y="7809"/>
                  </a:cubicBezTo>
                  <a:cubicBezTo>
                    <a:pt x="146385" y="7566"/>
                    <a:pt x="146425" y="7323"/>
                    <a:pt x="146506" y="7101"/>
                  </a:cubicBezTo>
                  <a:cubicBezTo>
                    <a:pt x="146607" y="6878"/>
                    <a:pt x="146729" y="6696"/>
                    <a:pt x="146870" y="6514"/>
                  </a:cubicBezTo>
                  <a:lnTo>
                    <a:pt x="146830" y="6514"/>
                  </a:lnTo>
                  <a:lnTo>
                    <a:pt x="146911" y="6494"/>
                  </a:lnTo>
                  <a:cubicBezTo>
                    <a:pt x="146972" y="6413"/>
                    <a:pt x="147053" y="6332"/>
                    <a:pt x="147154" y="6271"/>
                  </a:cubicBezTo>
                  <a:cubicBezTo>
                    <a:pt x="147235" y="6191"/>
                    <a:pt x="147336" y="6130"/>
                    <a:pt x="147417" y="6089"/>
                  </a:cubicBezTo>
                  <a:lnTo>
                    <a:pt x="147053" y="5300"/>
                  </a:lnTo>
                  <a:lnTo>
                    <a:pt x="146324" y="5159"/>
                  </a:lnTo>
                  <a:lnTo>
                    <a:pt x="146324" y="3298"/>
                  </a:lnTo>
                  <a:lnTo>
                    <a:pt x="145778" y="2853"/>
                  </a:lnTo>
                  <a:lnTo>
                    <a:pt x="143027" y="2853"/>
                  </a:lnTo>
                  <a:lnTo>
                    <a:pt x="143027" y="4006"/>
                  </a:lnTo>
                  <a:lnTo>
                    <a:pt x="142238" y="4006"/>
                  </a:lnTo>
                  <a:lnTo>
                    <a:pt x="142238" y="4511"/>
                  </a:lnTo>
                  <a:lnTo>
                    <a:pt x="142642" y="5037"/>
                  </a:lnTo>
                  <a:lnTo>
                    <a:pt x="142521" y="5786"/>
                  </a:lnTo>
                  <a:lnTo>
                    <a:pt x="142076" y="6029"/>
                  </a:lnTo>
                  <a:cubicBezTo>
                    <a:pt x="142319" y="6150"/>
                    <a:pt x="142541" y="6312"/>
                    <a:pt x="142723" y="6514"/>
                  </a:cubicBezTo>
                  <a:cubicBezTo>
                    <a:pt x="143027" y="6858"/>
                    <a:pt x="143229" y="7323"/>
                    <a:pt x="143229" y="7809"/>
                  </a:cubicBezTo>
                  <a:cubicBezTo>
                    <a:pt x="143229" y="8901"/>
                    <a:pt x="142339" y="9771"/>
                    <a:pt x="141246" y="9771"/>
                  </a:cubicBezTo>
                  <a:cubicBezTo>
                    <a:pt x="140174" y="9771"/>
                    <a:pt x="139284" y="8901"/>
                    <a:pt x="139284" y="7809"/>
                  </a:cubicBezTo>
                  <a:cubicBezTo>
                    <a:pt x="139284" y="6878"/>
                    <a:pt x="139932" y="6110"/>
                    <a:pt x="140801" y="5907"/>
                  </a:cubicBezTo>
                  <a:lnTo>
                    <a:pt x="140275" y="5078"/>
                  </a:lnTo>
                  <a:lnTo>
                    <a:pt x="140842" y="3824"/>
                  </a:lnTo>
                  <a:lnTo>
                    <a:pt x="140801" y="2853"/>
                  </a:lnTo>
                  <a:lnTo>
                    <a:pt x="133438" y="2853"/>
                  </a:lnTo>
                  <a:lnTo>
                    <a:pt x="133438" y="3601"/>
                  </a:lnTo>
                  <a:lnTo>
                    <a:pt x="134287" y="4350"/>
                  </a:lnTo>
                  <a:lnTo>
                    <a:pt x="134287" y="5240"/>
                  </a:lnTo>
                  <a:lnTo>
                    <a:pt x="134834" y="5968"/>
                  </a:lnTo>
                  <a:cubicBezTo>
                    <a:pt x="135097" y="6069"/>
                    <a:pt x="135319" y="6211"/>
                    <a:pt x="135521" y="6393"/>
                  </a:cubicBezTo>
                  <a:cubicBezTo>
                    <a:pt x="135724" y="6595"/>
                    <a:pt x="135886" y="6818"/>
                    <a:pt x="135987" y="7081"/>
                  </a:cubicBezTo>
                  <a:cubicBezTo>
                    <a:pt x="136088" y="7323"/>
                    <a:pt x="136149" y="7586"/>
                    <a:pt x="136149" y="7849"/>
                  </a:cubicBezTo>
                  <a:cubicBezTo>
                    <a:pt x="136149" y="8274"/>
                    <a:pt x="136027" y="8638"/>
                    <a:pt x="135805" y="8962"/>
                  </a:cubicBezTo>
                  <a:cubicBezTo>
                    <a:pt x="135461" y="9488"/>
                    <a:pt x="134854" y="9832"/>
                    <a:pt x="134186" y="9832"/>
                  </a:cubicBezTo>
                  <a:cubicBezTo>
                    <a:pt x="134065" y="9832"/>
                    <a:pt x="133964" y="9812"/>
                    <a:pt x="133883" y="9812"/>
                  </a:cubicBezTo>
                  <a:cubicBezTo>
                    <a:pt x="133680" y="9771"/>
                    <a:pt x="133498" y="9710"/>
                    <a:pt x="133316" y="9630"/>
                  </a:cubicBezTo>
                  <a:cubicBezTo>
                    <a:pt x="133053" y="9508"/>
                    <a:pt x="132831" y="9326"/>
                    <a:pt x="132649" y="9083"/>
                  </a:cubicBezTo>
                  <a:cubicBezTo>
                    <a:pt x="132527" y="8942"/>
                    <a:pt x="132426" y="8780"/>
                    <a:pt x="132365" y="8598"/>
                  </a:cubicBezTo>
                  <a:cubicBezTo>
                    <a:pt x="132325" y="8537"/>
                    <a:pt x="132305" y="8476"/>
                    <a:pt x="132285" y="8416"/>
                  </a:cubicBezTo>
                  <a:cubicBezTo>
                    <a:pt x="132224" y="8213"/>
                    <a:pt x="132183" y="8031"/>
                    <a:pt x="132183" y="7809"/>
                  </a:cubicBezTo>
                  <a:cubicBezTo>
                    <a:pt x="132183" y="7242"/>
                    <a:pt x="132446" y="6716"/>
                    <a:pt x="132831" y="6373"/>
                  </a:cubicBezTo>
                  <a:lnTo>
                    <a:pt x="132790" y="6373"/>
                  </a:lnTo>
                  <a:lnTo>
                    <a:pt x="132831" y="6110"/>
                  </a:lnTo>
                  <a:lnTo>
                    <a:pt x="132123" y="5685"/>
                  </a:lnTo>
                  <a:lnTo>
                    <a:pt x="132123" y="4815"/>
                  </a:lnTo>
                  <a:lnTo>
                    <a:pt x="132365" y="4350"/>
                  </a:lnTo>
                  <a:lnTo>
                    <a:pt x="132527" y="2853"/>
                  </a:lnTo>
                  <a:lnTo>
                    <a:pt x="129412" y="2853"/>
                  </a:lnTo>
                  <a:lnTo>
                    <a:pt x="128279" y="4006"/>
                  </a:lnTo>
                  <a:lnTo>
                    <a:pt x="128279" y="6110"/>
                  </a:lnTo>
                  <a:lnTo>
                    <a:pt x="128036" y="6150"/>
                  </a:lnTo>
                  <a:cubicBezTo>
                    <a:pt x="128643" y="6474"/>
                    <a:pt x="129048" y="7121"/>
                    <a:pt x="129048" y="7849"/>
                  </a:cubicBezTo>
                  <a:cubicBezTo>
                    <a:pt x="129048" y="8679"/>
                    <a:pt x="128562" y="9367"/>
                    <a:pt x="127854" y="9670"/>
                  </a:cubicBezTo>
                  <a:cubicBezTo>
                    <a:pt x="127793" y="9690"/>
                    <a:pt x="127733" y="9710"/>
                    <a:pt x="127672" y="9731"/>
                  </a:cubicBezTo>
                  <a:cubicBezTo>
                    <a:pt x="127551" y="9771"/>
                    <a:pt x="127409" y="9812"/>
                    <a:pt x="127288" y="9812"/>
                  </a:cubicBezTo>
                  <a:cubicBezTo>
                    <a:pt x="127227" y="9832"/>
                    <a:pt x="127146" y="9832"/>
                    <a:pt x="127085" y="9832"/>
                  </a:cubicBezTo>
                  <a:cubicBezTo>
                    <a:pt x="127025" y="9832"/>
                    <a:pt x="126944" y="9832"/>
                    <a:pt x="126883" y="9812"/>
                  </a:cubicBezTo>
                  <a:cubicBezTo>
                    <a:pt x="126742" y="9812"/>
                    <a:pt x="126620" y="9771"/>
                    <a:pt x="126499" y="9731"/>
                  </a:cubicBezTo>
                  <a:cubicBezTo>
                    <a:pt x="126438" y="9710"/>
                    <a:pt x="126377" y="9690"/>
                    <a:pt x="126317" y="9670"/>
                  </a:cubicBezTo>
                  <a:cubicBezTo>
                    <a:pt x="125609" y="9367"/>
                    <a:pt x="125123" y="8679"/>
                    <a:pt x="125123" y="7849"/>
                  </a:cubicBezTo>
                  <a:cubicBezTo>
                    <a:pt x="125123" y="7607"/>
                    <a:pt x="125164" y="7364"/>
                    <a:pt x="125244" y="7141"/>
                  </a:cubicBezTo>
                  <a:cubicBezTo>
                    <a:pt x="125346" y="6919"/>
                    <a:pt x="125467" y="6716"/>
                    <a:pt x="125629" y="6534"/>
                  </a:cubicBezTo>
                  <a:lnTo>
                    <a:pt x="126580" y="5847"/>
                  </a:lnTo>
                  <a:lnTo>
                    <a:pt x="126418" y="1902"/>
                  </a:lnTo>
                  <a:cubicBezTo>
                    <a:pt x="126418" y="1902"/>
                    <a:pt x="126276" y="2387"/>
                    <a:pt x="125770" y="2630"/>
                  </a:cubicBezTo>
                  <a:cubicBezTo>
                    <a:pt x="125325" y="2818"/>
                    <a:pt x="125098" y="2833"/>
                    <a:pt x="125038" y="2833"/>
                  </a:cubicBezTo>
                  <a:cubicBezTo>
                    <a:pt x="125027" y="2833"/>
                    <a:pt x="125022" y="2832"/>
                    <a:pt x="125022" y="2832"/>
                  </a:cubicBezTo>
                  <a:lnTo>
                    <a:pt x="125022" y="2853"/>
                  </a:lnTo>
                  <a:lnTo>
                    <a:pt x="120733" y="2853"/>
                  </a:lnTo>
                  <a:lnTo>
                    <a:pt x="120025" y="0"/>
                  </a:lnTo>
                  <a:lnTo>
                    <a:pt x="118123" y="1619"/>
                  </a:lnTo>
                  <a:lnTo>
                    <a:pt x="120733" y="3358"/>
                  </a:lnTo>
                  <a:lnTo>
                    <a:pt x="119944" y="3743"/>
                  </a:lnTo>
                  <a:lnTo>
                    <a:pt x="119580" y="4673"/>
                  </a:lnTo>
                  <a:lnTo>
                    <a:pt x="120733" y="5725"/>
                  </a:lnTo>
                  <a:lnTo>
                    <a:pt x="120733" y="6049"/>
                  </a:lnTo>
                  <a:cubicBezTo>
                    <a:pt x="120834" y="6069"/>
                    <a:pt x="120915" y="6130"/>
                    <a:pt x="120996" y="6170"/>
                  </a:cubicBezTo>
                  <a:cubicBezTo>
                    <a:pt x="121158" y="6271"/>
                    <a:pt x="121300" y="6393"/>
                    <a:pt x="121441" y="6534"/>
                  </a:cubicBezTo>
                  <a:cubicBezTo>
                    <a:pt x="121765" y="6878"/>
                    <a:pt x="121947" y="7344"/>
                    <a:pt x="121947" y="7849"/>
                  </a:cubicBezTo>
                  <a:cubicBezTo>
                    <a:pt x="121947" y="8335"/>
                    <a:pt x="121785" y="8780"/>
                    <a:pt x="121502" y="9104"/>
                  </a:cubicBezTo>
                  <a:cubicBezTo>
                    <a:pt x="121421" y="9205"/>
                    <a:pt x="121340" y="9306"/>
                    <a:pt x="121239" y="9387"/>
                  </a:cubicBezTo>
                  <a:cubicBezTo>
                    <a:pt x="121198" y="9407"/>
                    <a:pt x="121138" y="9447"/>
                    <a:pt x="121097" y="9488"/>
                  </a:cubicBezTo>
                  <a:cubicBezTo>
                    <a:pt x="120976" y="9569"/>
                    <a:pt x="120875" y="9630"/>
                    <a:pt x="120753" y="9670"/>
                  </a:cubicBezTo>
                  <a:cubicBezTo>
                    <a:pt x="120693" y="9690"/>
                    <a:pt x="120632" y="9710"/>
                    <a:pt x="120571" y="9731"/>
                  </a:cubicBezTo>
                  <a:cubicBezTo>
                    <a:pt x="120450" y="9771"/>
                    <a:pt x="120329" y="9812"/>
                    <a:pt x="120187" y="9812"/>
                  </a:cubicBezTo>
                  <a:cubicBezTo>
                    <a:pt x="120126" y="9832"/>
                    <a:pt x="120066" y="9832"/>
                    <a:pt x="119985" y="9832"/>
                  </a:cubicBezTo>
                  <a:cubicBezTo>
                    <a:pt x="119580" y="9832"/>
                    <a:pt x="119196" y="9710"/>
                    <a:pt x="118892" y="9488"/>
                  </a:cubicBezTo>
                  <a:cubicBezTo>
                    <a:pt x="118366" y="9144"/>
                    <a:pt x="118022" y="8537"/>
                    <a:pt x="118022" y="7849"/>
                  </a:cubicBezTo>
                  <a:cubicBezTo>
                    <a:pt x="118022" y="7222"/>
                    <a:pt x="118326" y="6636"/>
                    <a:pt x="118811" y="6292"/>
                  </a:cubicBezTo>
                  <a:cubicBezTo>
                    <a:pt x="118892" y="6231"/>
                    <a:pt x="118953" y="6191"/>
                    <a:pt x="119034" y="6150"/>
                  </a:cubicBezTo>
                  <a:lnTo>
                    <a:pt x="118548" y="6069"/>
                  </a:lnTo>
                  <a:lnTo>
                    <a:pt x="118589" y="5725"/>
                  </a:lnTo>
                  <a:lnTo>
                    <a:pt x="119297" y="5725"/>
                  </a:lnTo>
                  <a:lnTo>
                    <a:pt x="119297" y="5037"/>
                  </a:lnTo>
                  <a:lnTo>
                    <a:pt x="116505" y="2853"/>
                  </a:lnTo>
                  <a:lnTo>
                    <a:pt x="113208" y="2853"/>
                  </a:lnTo>
                  <a:lnTo>
                    <a:pt x="112823" y="3116"/>
                  </a:lnTo>
                  <a:lnTo>
                    <a:pt x="113288" y="4046"/>
                  </a:lnTo>
                  <a:lnTo>
                    <a:pt x="113288" y="4936"/>
                  </a:lnTo>
                  <a:lnTo>
                    <a:pt x="112823" y="5563"/>
                  </a:lnTo>
                  <a:lnTo>
                    <a:pt x="112823" y="5867"/>
                  </a:lnTo>
                  <a:lnTo>
                    <a:pt x="112884" y="5887"/>
                  </a:lnTo>
                  <a:cubicBezTo>
                    <a:pt x="113976" y="5887"/>
                    <a:pt x="114866" y="6777"/>
                    <a:pt x="114866" y="7849"/>
                  </a:cubicBezTo>
                  <a:cubicBezTo>
                    <a:pt x="114866" y="8942"/>
                    <a:pt x="113976" y="9832"/>
                    <a:pt x="112884" y="9832"/>
                  </a:cubicBezTo>
                  <a:cubicBezTo>
                    <a:pt x="111812" y="9832"/>
                    <a:pt x="110922" y="8942"/>
                    <a:pt x="110922" y="7849"/>
                  </a:cubicBezTo>
                  <a:cubicBezTo>
                    <a:pt x="110922" y="7485"/>
                    <a:pt x="111023" y="7141"/>
                    <a:pt x="111225" y="6838"/>
                  </a:cubicBezTo>
                  <a:cubicBezTo>
                    <a:pt x="111286" y="6737"/>
                    <a:pt x="111346" y="6656"/>
                    <a:pt x="111427" y="6555"/>
                  </a:cubicBezTo>
                  <a:lnTo>
                    <a:pt x="111427" y="6555"/>
                  </a:lnTo>
                  <a:lnTo>
                    <a:pt x="111367" y="6575"/>
                  </a:lnTo>
                  <a:lnTo>
                    <a:pt x="111367" y="6575"/>
                  </a:lnTo>
                  <a:lnTo>
                    <a:pt x="111448" y="6534"/>
                  </a:lnTo>
                  <a:cubicBezTo>
                    <a:pt x="111589" y="6373"/>
                    <a:pt x="111771" y="6231"/>
                    <a:pt x="111974" y="6130"/>
                  </a:cubicBezTo>
                  <a:lnTo>
                    <a:pt x="111609" y="5361"/>
                  </a:lnTo>
                  <a:lnTo>
                    <a:pt x="110861" y="5219"/>
                  </a:lnTo>
                  <a:lnTo>
                    <a:pt x="110861" y="3338"/>
                  </a:lnTo>
                  <a:lnTo>
                    <a:pt x="110274" y="2853"/>
                  </a:lnTo>
                  <a:lnTo>
                    <a:pt x="107584" y="2853"/>
                  </a:lnTo>
                  <a:lnTo>
                    <a:pt x="107584" y="4107"/>
                  </a:lnTo>
                  <a:lnTo>
                    <a:pt x="106795" y="4107"/>
                  </a:lnTo>
                  <a:lnTo>
                    <a:pt x="106795" y="4633"/>
                  </a:lnTo>
                  <a:lnTo>
                    <a:pt x="107179" y="5139"/>
                  </a:lnTo>
                  <a:lnTo>
                    <a:pt x="106613" y="6130"/>
                  </a:lnTo>
                  <a:cubicBezTo>
                    <a:pt x="107118" y="6352"/>
                    <a:pt x="107523" y="6797"/>
                    <a:pt x="107685" y="7344"/>
                  </a:cubicBezTo>
                  <a:cubicBezTo>
                    <a:pt x="107745" y="7526"/>
                    <a:pt x="107766" y="7708"/>
                    <a:pt x="107766" y="7910"/>
                  </a:cubicBezTo>
                  <a:cubicBezTo>
                    <a:pt x="107766" y="8112"/>
                    <a:pt x="107725" y="8315"/>
                    <a:pt x="107685" y="8497"/>
                  </a:cubicBezTo>
                  <a:cubicBezTo>
                    <a:pt x="107644" y="8618"/>
                    <a:pt x="107584" y="8739"/>
                    <a:pt x="107523" y="8861"/>
                  </a:cubicBezTo>
                  <a:cubicBezTo>
                    <a:pt x="107402" y="9083"/>
                    <a:pt x="107240" y="9265"/>
                    <a:pt x="107058" y="9427"/>
                  </a:cubicBezTo>
                  <a:cubicBezTo>
                    <a:pt x="106714" y="9710"/>
                    <a:pt x="106269" y="9893"/>
                    <a:pt x="105803" y="9893"/>
                  </a:cubicBezTo>
                  <a:cubicBezTo>
                    <a:pt x="105601" y="9893"/>
                    <a:pt x="105399" y="9852"/>
                    <a:pt x="105217" y="9791"/>
                  </a:cubicBezTo>
                  <a:cubicBezTo>
                    <a:pt x="104407" y="9549"/>
                    <a:pt x="103821" y="8800"/>
                    <a:pt x="103821" y="7910"/>
                  </a:cubicBezTo>
                  <a:cubicBezTo>
                    <a:pt x="103821" y="6979"/>
                    <a:pt x="104468" y="6211"/>
                    <a:pt x="105338" y="6008"/>
                  </a:cubicBezTo>
                  <a:lnTo>
                    <a:pt x="104832" y="5179"/>
                  </a:lnTo>
                  <a:lnTo>
                    <a:pt x="105379" y="3925"/>
                  </a:lnTo>
                  <a:lnTo>
                    <a:pt x="105338" y="2853"/>
                  </a:lnTo>
                  <a:lnTo>
                    <a:pt x="104711" y="1902"/>
                  </a:lnTo>
                  <a:lnTo>
                    <a:pt x="102890" y="2327"/>
                  </a:lnTo>
                  <a:lnTo>
                    <a:pt x="103720" y="2853"/>
                  </a:lnTo>
                  <a:lnTo>
                    <a:pt x="99087" y="2853"/>
                  </a:lnTo>
                  <a:lnTo>
                    <a:pt x="98622" y="3176"/>
                  </a:lnTo>
                  <a:lnTo>
                    <a:pt x="99087" y="4107"/>
                  </a:lnTo>
                  <a:lnTo>
                    <a:pt x="99087" y="4997"/>
                  </a:lnTo>
                  <a:lnTo>
                    <a:pt x="98622" y="5624"/>
                  </a:lnTo>
                  <a:lnTo>
                    <a:pt x="98622" y="5928"/>
                  </a:lnTo>
                  <a:lnTo>
                    <a:pt x="98682" y="5948"/>
                  </a:lnTo>
                  <a:lnTo>
                    <a:pt x="98703" y="5948"/>
                  </a:lnTo>
                  <a:cubicBezTo>
                    <a:pt x="98905" y="5948"/>
                    <a:pt x="99107" y="5988"/>
                    <a:pt x="99289" y="6029"/>
                  </a:cubicBezTo>
                  <a:cubicBezTo>
                    <a:pt x="100098" y="6292"/>
                    <a:pt x="100665" y="7040"/>
                    <a:pt x="100665" y="7910"/>
                  </a:cubicBezTo>
                  <a:cubicBezTo>
                    <a:pt x="100665" y="8800"/>
                    <a:pt x="100098" y="9549"/>
                    <a:pt x="99289" y="9791"/>
                  </a:cubicBezTo>
                  <a:cubicBezTo>
                    <a:pt x="99107" y="9852"/>
                    <a:pt x="98905" y="9893"/>
                    <a:pt x="98703" y="9893"/>
                  </a:cubicBezTo>
                  <a:cubicBezTo>
                    <a:pt x="98561" y="9893"/>
                    <a:pt x="98440" y="9872"/>
                    <a:pt x="98298" y="9852"/>
                  </a:cubicBezTo>
                  <a:cubicBezTo>
                    <a:pt x="97408" y="9650"/>
                    <a:pt x="96740" y="8861"/>
                    <a:pt x="96740" y="7910"/>
                  </a:cubicBezTo>
                  <a:cubicBezTo>
                    <a:pt x="96740" y="7789"/>
                    <a:pt x="96740" y="7667"/>
                    <a:pt x="96761" y="7546"/>
                  </a:cubicBezTo>
                  <a:cubicBezTo>
                    <a:pt x="96841" y="7202"/>
                    <a:pt x="97003" y="6878"/>
                    <a:pt x="97226" y="6615"/>
                  </a:cubicBezTo>
                  <a:lnTo>
                    <a:pt x="97185" y="6615"/>
                  </a:lnTo>
                  <a:lnTo>
                    <a:pt x="97266" y="6595"/>
                  </a:lnTo>
                  <a:cubicBezTo>
                    <a:pt x="97408" y="6433"/>
                    <a:pt x="97590" y="6292"/>
                    <a:pt x="97772" y="6191"/>
                  </a:cubicBezTo>
                  <a:lnTo>
                    <a:pt x="97408" y="5402"/>
                  </a:lnTo>
                  <a:lnTo>
                    <a:pt x="96680" y="5280"/>
                  </a:lnTo>
                  <a:lnTo>
                    <a:pt x="96680" y="3399"/>
                  </a:lnTo>
                  <a:lnTo>
                    <a:pt x="95486" y="1801"/>
                  </a:lnTo>
                  <a:lnTo>
                    <a:pt x="94960" y="2853"/>
                  </a:lnTo>
                  <a:lnTo>
                    <a:pt x="90267" y="2853"/>
                  </a:lnTo>
                  <a:lnTo>
                    <a:pt x="89356" y="749"/>
                  </a:lnTo>
                  <a:lnTo>
                    <a:pt x="88668" y="2428"/>
                  </a:lnTo>
                  <a:lnTo>
                    <a:pt x="90408" y="4896"/>
                  </a:lnTo>
                  <a:lnTo>
                    <a:pt x="89943" y="5826"/>
                  </a:lnTo>
                  <a:lnTo>
                    <a:pt x="90004" y="5847"/>
                  </a:lnTo>
                  <a:lnTo>
                    <a:pt x="90024" y="5847"/>
                  </a:lnTo>
                  <a:cubicBezTo>
                    <a:pt x="91096" y="5847"/>
                    <a:pt x="91986" y="6716"/>
                    <a:pt x="91986" y="7809"/>
                  </a:cubicBezTo>
                  <a:cubicBezTo>
                    <a:pt x="91986" y="8901"/>
                    <a:pt x="91096" y="9771"/>
                    <a:pt x="90024" y="9771"/>
                  </a:cubicBezTo>
                  <a:cubicBezTo>
                    <a:pt x="88931" y="9771"/>
                    <a:pt x="88041" y="8901"/>
                    <a:pt x="88041" y="7809"/>
                  </a:cubicBezTo>
                  <a:cubicBezTo>
                    <a:pt x="88041" y="7303"/>
                    <a:pt x="88244" y="6858"/>
                    <a:pt x="88547" y="6514"/>
                  </a:cubicBezTo>
                  <a:lnTo>
                    <a:pt x="88507" y="6514"/>
                  </a:lnTo>
                  <a:lnTo>
                    <a:pt x="88567" y="6494"/>
                  </a:lnTo>
                  <a:cubicBezTo>
                    <a:pt x="88729" y="6332"/>
                    <a:pt x="88891" y="6191"/>
                    <a:pt x="89093" y="6089"/>
                  </a:cubicBezTo>
                  <a:lnTo>
                    <a:pt x="88729" y="5300"/>
                  </a:lnTo>
                  <a:lnTo>
                    <a:pt x="87981" y="5159"/>
                  </a:lnTo>
                  <a:lnTo>
                    <a:pt x="87981" y="3298"/>
                  </a:lnTo>
                  <a:lnTo>
                    <a:pt x="87455" y="2853"/>
                  </a:lnTo>
                  <a:lnTo>
                    <a:pt x="84703" y="2853"/>
                  </a:lnTo>
                  <a:lnTo>
                    <a:pt x="84703" y="4006"/>
                  </a:lnTo>
                  <a:lnTo>
                    <a:pt x="83914" y="4006"/>
                  </a:lnTo>
                  <a:lnTo>
                    <a:pt x="83914" y="4511"/>
                  </a:lnTo>
                  <a:lnTo>
                    <a:pt x="84299" y="5037"/>
                  </a:lnTo>
                  <a:lnTo>
                    <a:pt x="83914" y="5442"/>
                  </a:lnTo>
                  <a:lnTo>
                    <a:pt x="84885" y="5847"/>
                  </a:lnTo>
                  <a:lnTo>
                    <a:pt x="83732" y="6029"/>
                  </a:lnTo>
                  <a:cubicBezTo>
                    <a:pt x="84420" y="6332"/>
                    <a:pt x="84885" y="7020"/>
                    <a:pt x="84885" y="7809"/>
                  </a:cubicBezTo>
                  <a:cubicBezTo>
                    <a:pt x="84885" y="8901"/>
                    <a:pt x="84016" y="9771"/>
                    <a:pt x="82923" y="9771"/>
                  </a:cubicBezTo>
                  <a:cubicBezTo>
                    <a:pt x="81831" y="9771"/>
                    <a:pt x="80961" y="8901"/>
                    <a:pt x="80961" y="7809"/>
                  </a:cubicBezTo>
                  <a:cubicBezTo>
                    <a:pt x="80961" y="6878"/>
                    <a:pt x="81608" y="6110"/>
                    <a:pt x="82458" y="5907"/>
                  </a:cubicBezTo>
                  <a:lnTo>
                    <a:pt x="81952" y="5078"/>
                  </a:lnTo>
                  <a:lnTo>
                    <a:pt x="82519" y="3824"/>
                  </a:lnTo>
                  <a:lnTo>
                    <a:pt x="82478" y="2853"/>
                  </a:lnTo>
                  <a:lnTo>
                    <a:pt x="78695" y="2853"/>
                  </a:lnTo>
                  <a:lnTo>
                    <a:pt x="77259" y="1437"/>
                  </a:lnTo>
                  <a:lnTo>
                    <a:pt x="76955" y="2145"/>
                  </a:lnTo>
                  <a:lnTo>
                    <a:pt x="76207" y="2145"/>
                  </a:lnTo>
                  <a:lnTo>
                    <a:pt x="74710" y="4248"/>
                  </a:lnTo>
                  <a:lnTo>
                    <a:pt x="76126" y="5867"/>
                  </a:lnTo>
                  <a:lnTo>
                    <a:pt x="76106" y="5867"/>
                  </a:lnTo>
                  <a:cubicBezTo>
                    <a:pt x="77056" y="6008"/>
                    <a:pt x="77805" y="6818"/>
                    <a:pt x="77805" y="7809"/>
                  </a:cubicBezTo>
                  <a:cubicBezTo>
                    <a:pt x="77805" y="8901"/>
                    <a:pt x="76915" y="9771"/>
                    <a:pt x="75822" y="9771"/>
                  </a:cubicBezTo>
                  <a:cubicBezTo>
                    <a:pt x="74750" y="9771"/>
                    <a:pt x="73860" y="8901"/>
                    <a:pt x="73860" y="7809"/>
                  </a:cubicBezTo>
                  <a:cubicBezTo>
                    <a:pt x="73860" y="7323"/>
                    <a:pt x="74042" y="6878"/>
                    <a:pt x="74346" y="6534"/>
                  </a:cubicBezTo>
                  <a:lnTo>
                    <a:pt x="74325" y="6534"/>
                  </a:lnTo>
                  <a:lnTo>
                    <a:pt x="74285" y="5644"/>
                  </a:lnTo>
                  <a:lnTo>
                    <a:pt x="73617" y="5442"/>
                  </a:lnTo>
                  <a:lnTo>
                    <a:pt x="73617" y="3864"/>
                  </a:lnTo>
                  <a:lnTo>
                    <a:pt x="74103" y="3864"/>
                  </a:lnTo>
                  <a:lnTo>
                    <a:pt x="74103" y="2853"/>
                  </a:lnTo>
                  <a:lnTo>
                    <a:pt x="71008" y="2853"/>
                  </a:lnTo>
                  <a:lnTo>
                    <a:pt x="69935" y="3945"/>
                  </a:lnTo>
                  <a:lnTo>
                    <a:pt x="69935" y="6049"/>
                  </a:lnTo>
                  <a:lnTo>
                    <a:pt x="69693" y="6110"/>
                  </a:lnTo>
                  <a:cubicBezTo>
                    <a:pt x="70279" y="6433"/>
                    <a:pt x="70704" y="7081"/>
                    <a:pt x="70704" y="7809"/>
                  </a:cubicBezTo>
                  <a:cubicBezTo>
                    <a:pt x="70704" y="8901"/>
                    <a:pt x="69814" y="9771"/>
                    <a:pt x="68742" y="9771"/>
                  </a:cubicBezTo>
                  <a:cubicBezTo>
                    <a:pt x="67649" y="9771"/>
                    <a:pt x="66759" y="8901"/>
                    <a:pt x="66759" y="7809"/>
                  </a:cubicBezTo>
                  <a:cubicBezTo>
                    <a:pt x="66759" y="7303"/>
                    <a:pt x="66962" y="6838"/>
                    <a:pt x="67285" y="6494"/>
                  </a:cubicBezTo>
                  <a:lnTo>
                    <a:pt x="69146" y="4491"/>
                  </a:lnTo>
                  <a:lnTo>
                    <a:pt x="69652" y="2832"/>
                  </a:lnTo>
                  <a:lnTo>
                    <a:pt x="66618" y="1437"/>
                  </a:lnTo>
                  <a:lnTo>
                    <a:pt x="66152" y="2832"/>
                  </a:lnTo>
                  <a:lnTo>
                    <a:pt x="66152" y="2853"/>
                  </a:lnTo>
                  <a:lnTo>
                    <a:pt x="62390" y="2853"/>
                  </a:lnTo>
                  <a:lnTo>
                    <a:pt x="62390" y="3318"/>
                  </a:lnTo>
                  <a:lnTo>
                    <a:pt x="61601" y="3702"/>
                  </a:lnTo>
                  <a:lnTo>
                    <a:pt x="61216" y="4633"/>
                  </a:lnTo>
                  <a:lnTo>
                    <a:pt x="62390" y="5685"/>
                  </a:lnTo>
                  <a:lnTo>
                    <a:pt x="62390" y="5988"/>
                  </a:lnTo>
                  <a:cubicBezTo>
                    <a:pt x="63098" y="6292"/>
                    <a:pt x="63603" y="7000"/>
                    <a:pt x="63603" y="7809"/>
                  </a:cubicBezTo>
                  <a:cubicBezTo>
                    <a:pt x="63603" y="8901"/>
                    <a:pt x="62734" y="9771"/>
                    <a:pt x="61641" y="9771"/>
                  </a:cubicBezTo>
                  <a:cubicBezTo>
                    <a:pt x="60549" y="9771"/>
                    <a:pt x="59679" y="8901"/>
                    <a:pt x="59679" y="7809"/>
                  </a:cubicBezTo>
                  <a:cubicBezTo>
                    <a:pt x="59679" y="7081"/>
                    <a:pt x="60083" y="6433"/>
                    <a:pt x="60690" y="6110"/>
                  </a:cubicBezTo>
                  <a:lnTo>
                    <a:pt x="60185" y="6029"/>
                  </a:lnTo>
                  <a:lnTo>
                    <a:pt x="60245" y="5685"/>
                  </a:lnTo>
                  <a:lnTo>
                    <a:pt x="60933" y="5685"/>
                  </a:lnTo>
                  <a:lnTo>
                    <a:pt x="60933" y="4997"/>
                  </a:lnTo>
                  <a:lnTo>
                    <a:pt x="59315" y="1194"/>
                  </a:lnTo>
                  <a:lnTo>
                    <a:pt x="58202" y="2853"/>
                  </a:lnTo>
                  <a:lnTo>
                    <a:pt x="54783" y="2853"/>
                  </a:lnTo>
                  <a:lnTo>
                    <a:pt x="54480" y="3075"/>
                  </a:lnTo>
                  <a:lnTo>
                    <a:pt x="54945" y="4006"/>
                  </a:lnTo>
                  <a:lnTo>
                    <a:pt x="54945" y="4896"/>
                  </a:lnTo>
                  <a:lnTo>
                    <a:pt x="54480" y="5523"/>
                  </a:lnTo>
                  <a:lnTo>
                    <a:pt x="54480" y="5826"/>
                  </a:lnTo>
                  <a:lnTo>
                    <a:pt x="54520" y="5847"/>
                  </a:lnTo>
                  <a:lnTo>
                    <a:pt x="54540" y="5847"/>
                  </a:lnTo>
                  <a:cubicBezTo>
                    <a:pt x="55633" y="5847"/>
                    <a:pt x="56503" y="6716"/>
                    <a:pt x="56503" y="7809"/>
                  </a:cubicBezTo>
                  <a:cubicBezTo>
                    <a:pt x="56503" y="8901"/>
                    <a:pt x="55633" y="9771"/>
                    <a:pt x="54540" y="9771"/>
                  </a:cubicBezTo>
                  <a:cubicBezTo>
                    <a:pt x="53448" y="9771"/>
                    <a:pt x="52578" y="8901"/>
                    <a:pt x="52578" y="7809"/>
                  </a:cubicBezTo>
                  <a:cubicBezTo>
                    <a:pt x="52578" y="7303"/>
                    <a:pt x="52760" y="6858"/>
                    <a:pt x="53084" y="6514"/>
                  </a:cubicBezTo>
                  <a:lnTo>
                    <a:pt x="53023" y="6514"/>
                  </a:lnTo>
                  <a:lnTo>
                    <a:pt x="53104" y="6494"/>
                  </a:lnTo>
                  <a:cubicBezTo>
                    <a:pt x="53246" y="6332"/>
                    <a:pt x="53428" y="6191"/>
                    <a:pt x="53610" y="6089"/>
                  </a:cubicBezTo>
                  <a:lnTo>
                    <a:pt x="53266" y="5300"/>
                  </a:lnTo>
                  <a:lnTo>
                    <a:pt x="52517" y="5159"/>
                  </a:lnTo>
                  <a:lnTo>
                    <a:pt x="52517" y="3298"/>
                  </a:lnTo>
                  <a:lnTo>
                    <a:pt x="51971" y="2853"/>
                  </a:lnTo>
                  <a:lnTo>
                    <a:pt x="49240" y="2853"/>
                  </a:lnTo>
                  <a:lnTo>
                    <a:pt x="49240" y="4006"/>
                  </a:lnTo>
                  <a:lnTo>
                    <a:pt x="48431" y="4006"/>
                  </a:lnTo>
                  <a:lnTo>
                    <a:pt x="48431" y="4511"/>
                  </a:lnTo>
                  <a:lnTo>
                    <a:pt x="48835" y="5037"/>
                  </a:lnTo>
                  <a:lnTo>
                    <a:pt x="48714" y="5786"/>
                  </a:lnTo>
                  <a:lnTo>
                    <a:pt x="48269" y="6029"/>
                  </a:lnTo>
                  <a:cubicBezTo>
                    <a:pt x="48937" y="6332"/>
                    <a:pt x="49422" y="7020"/>
                    <a:pt x="49422" y="7809"/>
                  </a:cubicBezTo>
                  <a:cubicBezTo>
                    <a:pt x="49422" y="8901"/>
                    <a:pt x="48532" y="9771"/>
                    <a:pt x="47440" y="9771"/>
                  </a:cubicBezTo>
                  <a:cubicBezTo>
                    <a:pt x="46367" y="9771"/>
                    <a:pt x="45477" y="8901"/>
                    <a:pt x="45477" y="7809"/>
                  </a:cubicBezTo>
                  <a:cubicBezTo>
                    <a:pt x="45477" y="6878"/>
                    <a:pt x="46125" y="6110"/>
                    <a:pt x="46994" y="5907"/>
                  </a:cubicBezTo>
                  <a:lnTo>
                    <a:pt x="46469" y="5078"/>
                  </a:lnTo>
                  <a:lnTo>
                    <a:pt x="47035" y="3824"/>
                  </a:lnTo>
                  <a:lnTo>
                    <a:pt x="46994" y="2853"/>
                  </a:lnTo>
                  <a:lnTo>
                    <a:pt x="39631" y="2853"/>
                  </a:lnTo>
                  <a:lnTo>
                    <a:pt x="39631" y="3601"/>
                  </a:lnTo>
                  <a:lnTo>
                    <a:pt x="40480" y="4350"/>
                  </a:lnTo>
                  <a:lnTo>
                    <a:pt x="40480" y="5240"/>
                  </a:lnTo>
                  <a:lnTo>
                    <a:pt x="41027" y="5968"/>
                  </a:lnTo>
                  <a:cubicBezTo>
                    <a:pt x="41553" y="6150"/>
                    <a:pt x="41957" y="6555"/>
                    <a:pt x="42180" y="7081"/>
                  </a:cubicBezTo>
                  <a:cubicBezTo>
                    <a:pt x="42281" y="7323"/>
                    <a:pt x="42342" y="7586"/>
                    <a:pt x="42342" y="7849"/>
                  </a:cubicBezTo>
                  <a:cubicBezTo>
                    <a:pt x="42342" y="8942"/>
                    <a:pt x="41451" y="9832"/>
                    <a:pt x="40379" y="9832"/>
                  </a:cubicBezTo>
                  <a:cubicBezTo>
                    <a:pt x="39550" y="9832"/>
                    <a:pt x="38842" y="9326"/>
                    <a:pt x="38559" y="8598"/>
                  </a:cubicBezTo>
                  <a:cubicBezTo>
                    <a:pt x="38437" y="8355"/>
                    <a:pt x="38376" y="8092"/>
                    <a:pt x="38376" y="7809"/>
                  </a:cubicBezTo>
                  <a:cubicBezTo>
                    <a:pt x="38376" y="7242"/>
                    <a:pt x="38639" y="6716"/>
                    <a:pt x="39024" y="6373"/>
                  </a:cubicBezTo>
                  <a:lnTo>
                    <a:pt x="38983" y="6373"/>
                  </a:lnTo>
                  <a:lnTo>
                    <a:pt x="39024" y="6110"/>
                  </a:lnTo>
                  <a:lnTo>
                    <a:pt x="38336" y="5685"/>
                  </a:lnTo>
                  <a:lnTo>
                    <a:pt x="38336" y="4815"/>
                  </a:lnTo>
                  <a:lnTo>
                    <a:pt x="38559" y="4350"/>
                  </a:lnTo>
                  <a:lnTo>
                    <a:pt x="38720" y="2853"/>
                  </a:lnTo>
                  <a:lnTo>
                    <a:pt x="35605" y="2853"/>
                  </a:lnTo>
                  <a:lnTo>
                    <a:pt x="34492" y="4006"/>
                  </a:lnTo>
                  <a:lnTo>
                    <a:pt x="34492" y="6110"/>
                  </a:lnTo>
                  <a:lnTo>
                    <a:pt x="34229" y="6150"/>
                  </a:lnTo>
                  <a:cubicBezTo>
                    <a:pt x="34836" y="6474"/>
                    <a:pt x="35241" y="7121"/>
                    <a:pt x="35241" y="7849"/>
                  </a:cubicBezTo>
                  <a:cubicBezTo>
                    <a:pt x="35241" y="8942"/>
                    <a:pt x="34371" y="9832"/>
                    <a:pt x="33278" y="9832"/>
                  </a:cubicBezTo>
                  <a:cubicBezTo>
                    <a:pt x="32186" y="9832"/>
                    <a:pt x="31316" y="8942"/>
                    <a:pt x="31316" y="7849"/>
                  </a:cubicBezTo>
                  <a:cubicBezTo>
                    <a:pt x="31316" y="7344"/>
                    <a:pt x="31498" y="6899"/>
                    <a:pt x="31822" y="6534"/>
                  </a:cubicBezTo>
                  <a:lnTo>
                    <a:pt x="32773" y="5847"/>
                  </a:lnTo>
                  <a:lnTo>
                    <a:pt x="32611" y="1902"/>
                  </a:lnTo>
                  <a:cubicBezTo>
                    <a:pt x="32611" y="1902"/>
                    <a:pt x="32469" y="2387"/>
                    <a:pt x="31964" y="2630"/>
                  </a:cubicBezTo>
                  <a:cubicBezTo>
                    <a:pt x="31536" y="2818"/>
                    <a:pt x="31296" y="2833"/>
                    <a:pt x="31232" y="2833"/>
                  </a:cubicBezTo>
                  <a:cubicBezTo>
                    <a:pt x="31221" y="2833"/>
                    <a:pt x="31215" y="2832"/>
                    <a:pt x="31215" y="2832"/>
                  </a:cubicBezTo>
                  <a:lnTo>
                    <a:pt x="31215" y="2853"/>
                  </a:lnTo>
                  <a:lnTo>
                    <a:pt x="26926" y="2853"/>
                  </a:lnTo>
                  <a:lnTo>
                    <a:pt x="26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57150" dist="9525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2"/>
            <p:cNvSpPr/>
            <p:nvPr/>
          </p:nvSpPr>
          <p:spPr>
            <a:xfrm>
              <a:off x="65100" y="344350"/>
              <a:ext cx="9013800" cy="47511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0" name="Google Shape;2090;p3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091" name="Google Shape;2091;p3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092" name="Google Shape;2092;p3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3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3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3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3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3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3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3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3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3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3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3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3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3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3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3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3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3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3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3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3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3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3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3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3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3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3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3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3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3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3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3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3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3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3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3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3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3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3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3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3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3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3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3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3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3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3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3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3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3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3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3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3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3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3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3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3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3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3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3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3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3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54" name="Google Shape;2154;p3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56" name="Google Shape;2156;p32"/>
          <p:cNvSpPr txBox="1">
            <a:spLocks noGrp="1"/>
          </p:cNvSpPr>
          <p:nvPr>
            <p:ph type="ctrTitle"/>
          </p:nvPr>
        </p:nvSpPr>
        <p:spPr>
          <a:xfrm>
            <a:off x="717525" y="1337638"/>
            <a:ext cx="5249400" cy="21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Londrina Solid"/>
              <a:buNone/>
              <a:defRPr sz="61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9pPr>
          </a:lstStyle>
          <a:p>
            <a:endParaRPr/>
          </a:p>
        </p:txBody>
      </p:sp>
      <p:sp>
        <p:nvSpPr>
          <p:cNvPr id="2157" name="Google Shape;2157;p32"/>
          <p:cNvSpPr txBox="1">
            <a:spLocks noGrp="1"/>
          </p:cNvSpPr>
          <p:nvPr>
            <p:ph type="subTitle" idx="1"/>
          </p:nvPr>
        </p:nvSpPr>
        <p:spPr>
          <a:xfrm>
            <a:off x="717525" y="3441363"/>
            <a:ext cx="3932100" cy="36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latin typeface="Antic"/>
                <a:ea typeface="Antic"/>
                <a:cs typeface="Antic"/>
                <a:sym typeface="Antic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9" name="Google Shape;2159;p3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0" name="Google Shape;2160;p3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61" name="Google Shape;2161;p3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162" name="Google Shape;2162;p3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163" name="Google Shape;2163;p3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4" name="Google Shape;2164;p3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5" name="Google Shape;2165;p3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6" name="Google Shape;2166;p3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7" name="Google Shape;2167;p3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8" name="Google Shape;2168;p3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9" name="Google Shape;2169;p3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0" name="Google Shape;2170;p3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1" name="Google Shape;2171;p3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3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3" name="Google Shape;2173;p3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4" name="Google Shape;2174;p3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5" name="Google Shape;2175;p3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6" name="Google Shape;2176;p3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7" name="Google Shape;2177;p3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8" name="Google Shape;2178;p3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9" name="Google Shape;2179;p3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0" name="Google Shape;2180;p3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1" name="Google Shape;2181;p3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2" name="Google Shape;2182;p3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3" name="Google Shape;2183;p3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4" name="Google Shape;2184;p3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5" name="Google Shape;2185;p3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6" name="Google Shape;2186;p3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7" name="Google Shape;2187;p3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8" name="Google Shape;2188;p3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9" name="Google Shape;2189;p3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0" name="Google Shape;2190;p3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1" name="Google Shape;2191;p3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2" name="Google Shape;2192;p3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3" name="Google Shape;2193;p3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4" name="Google Shape;2194;p3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5" name="Google Shape;2195;p3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6" name="Google Shape;2196;p3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7" name="Google Shape;2197;p3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8" name="Google Shape;2198;p3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9" name="Google Shape;2199;p3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0" name="Google Shape;2200;p3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1" name="Google Shape;2201;p3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2" name="Google Shape;2202;p3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3" name="Google Shape;2203;p3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4" name="Google Shape;2204;p3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5" name="Google Shape;2205;p3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6" name="Google Shape;2206;p3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7" name="Google Shape;2207;p3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8" name="Google Shape;2208;p3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9" name="Google Shape;2209;p3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0" name="Google Shape;2210;p3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1" name="Google Shape;2211;p3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2" name="Google Shape;2212;p3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3" name="Google Shape;2213;p3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4" name="Google Shape;2214;p3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5" name="Google Shape;2215;p3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6" name="Google Shape;2216;p3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" name="Google Shape;2217;p3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" name="Google Shape;2218;p3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9" name="Google Shape;2219;p3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" name="Google Shape;2220;p3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1" name="Google Shape;2221;p3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2" name="Google Shape;2222;p3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3" name="Google Shape;2223;p3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4" name="Google Shape;2224;p3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25" name="Google Shape;2225;p3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7" name="Google Shape;2227;p33"/>
          <p:cNvSpPr txBox="1">
            <a:spLocks noGrp="1"/>
          </p:cNvSpPr>
          <p:nvPr>
            <p:ph type="title"/>
          </p:nvPr>
        </p:nvSpPr>
        <p:spPr>
          <a:xfrm>
            <a:off x="2049300" y="1918725"/>
            <a:ext cx="5045400" cy="205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6000"/>
            </a:lvl1pPr>
            <a:lvl2pPr lvl="1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2228" name="Google Shape;2228;p3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936725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0"/>
              <a:buNone/>
              <a:defRPr sz="8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29" name="Google Shape;2229;p33"/>
          <p:cNvSpPr txBox="1">
            <a:spLocks noGrp="1"/>
          </p:cNvSpPr>
          <p:nvPr>
            <p:ph type="subTitle" idx="1"/>
          </p:nvPr>
        </p:nvSpPr>
        <p:spPr>
          <a:xfrm>
            <a:off x="2038200" y="4029800"/>
            <a:ext cx="5067600" cy="375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1" name="Google Shape;2231;p3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2" name="Google Shape;2232;p3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33" name="Google Shape;2233;p3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234" name="Google Shape;2234;p3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235" name="Google Shape;2235;p3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" name="Google Shape;2236;p3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" name="Google Shape;2237;p3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" name="Google Shape;2238;p3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" name="Google Shape;2239;p3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" name="Google Shape;2240;p3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" name="Google Shape;2241;p3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" name="Google Shape;2242;p3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" name="Google Shape;2243;p3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" name="Google Shape;2244;p3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" name="Google Shape;2245;p3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" name="Google Shape;2246;p3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" name="Google Shape;2247;p3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" name="Google Shape;2248;p3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" name="Google Shape;2249;p3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" name="Google Shape;2250;p3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" name="Google Shape;2251;p3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" name="Google Shape;2252;p3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" name="Google Shape;2253;p3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" name="Google Shape;2254;p3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" name="Google Shape;2255;p3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" name="Google Shape;2256;p3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" name="Google Shape;2257;p3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" name="Google Shape;2258;p3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" name="Google Shape;2259;p3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" name="Google Shape;2260;p3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" name="Google Shape;2261;p3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" name="Google Shape;2262;p3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3" name="Google Shape;2263;p3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4" name="Google Shape;2264;p3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5" name="Google Shape;2265;p3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6" name="Google Shape;2266;p3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7" name="Google Shape;2267;p3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8" name="Google Shape;2268;p3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9" name="Google Shape;2269;p3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0" name="Google Shape;2270;p3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2271;p3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2272;p3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2273;p3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4" name="Google Shape;2274;p3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5" name="Google Shape;2275;p3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6" name="Google Shape;2276;p3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7" name="Google Shape;2277;p3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8" name="Google Shape;2278;p3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3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3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3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2282;p3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3" name="Google Shape;2283;p3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4" name="Google Shape;2284;p3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2285;p3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2286;p3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7" name="Google Shape;2287;p3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8" name="Google Shape;2288;p3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2289;p3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2290;p3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1" name="Google Shape;2291;p3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2" name="Google Shape;2292;p3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3" name="Google Shape;2293;p3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4" name="Google Shape;2294;p3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5" name="Google Shape;2295;p3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6" name="Google Shape;2296;p3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97" name="Google Shape;2297;p3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99" name="Google Shape;2299;p3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300" name="Google Shape;2300;p34"/>
          <p:cNvSpPr txBox="1">
            <a:spLocks noGrp="1"/>
          </p:cNvSpPr>
          <p:nvPr>
            <p:ph type="body" idx="1"/>
          </p:nvPr>
        </p:nvSpPr>
        <p:spPr>
          <a:xfrm>
            <a:off x="720000" y="1139547"/>
            <a:ext cx="7704000" cy="33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2" name="Google Shape;2302;p3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3" name="Google Shape;2303;p3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04" name="Google Shape;2304;p3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305" name="Google Shape;2305;p3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306" name="Google Shape;2306;p3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7" name="Google Shape;2307;p3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8" name="Google Shape;2308;p3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9" name="Google Shape;2309;p3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0" name="Google Shape;2310;p3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1" name="Google Shape;2311;p3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2" name="Google Shape;2312;p3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3" name="Google Shape;2313;p3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4" name="Google Shape;2314;p3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5" name="Google Shape;2315;p3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6" name="Google Shape;2316;p3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7" name="Google Shape;2317;p3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8" name="Google Shape;2318;p3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9" name="Google Shape;2319;p3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0" name="Google Shape;2320;p3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1" name="Google Shape;2321;p3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2" name="Google Shape;2322;p3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3" name="Google Shape;2323;p3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4" name="Google Shape;2324;p3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5" name="Google Shape;2325;p3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6" name="Google Shape;2326;p3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7" name="Google Shape;2327;p3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8" name="Google Shape;2328;p3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9" name="Google Shape;2329;p3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0" name="Google Shape;2330;p3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1" name="Google Shape;2331;p3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3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3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3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5" name="Google Shape;2335;p3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6" name="Google Shape;2336;p3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7" name="Google Shape;2337;p3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8" name="Google Shape;2338;p3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9" name="Google Shape;2339;p3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0" name="Google Shape;2340;p3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1" name="Google Shape;2341;p3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2" name="Google Shape;2342;p3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3" name="Google Shape;2343;p3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4" name="Google Shape;2344;p3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5" name="Google Shape;2345;p3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6" name="Google Shape;2346;p3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7" name="Google Shape;2347;p3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8" name="Google Shape;2348;p3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9" name="Google Shape;2349;p3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0" name="Google Shape;2350;p3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3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3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3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3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3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6" name="Google Shape;2356;p3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7" name="Google Shape;2357;p3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8" name="Google Shape;2358;p3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9" name="Google Shape;2359;p3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0" name="Google Shape;2360;p3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1" name="Google Shape;2361;p3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3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3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4" name="Google Shape;2364;p3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5" name="Google Shape;2365;p3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3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7" name="Google Shape;2367;p3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68" name="Google Shape;2368;p3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70" name="Google Shape;2370;p35"/>
          <p:cNvSpPr txBox="1">
            <a:spLocks noGrp="1"/>
          </p:cNvSpPr>
          <p:nvPr>
            <p:ph type="subTitle" idx="1"/>
          </p:nvPr>
        </p:nvSpPr>
        <p:spPr>
          <a:xfrm rot="-233140">
            <a:off x="1176062" y="3455225"/>
            <a:ext cx="2155956" cy="389995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71" name="Google Shape;2371;p35"/>
          <p:cNvSpPr txBox="1">
            <a:spLocks noGrp="1"/>
          </p:cNvSpPr>
          <p:nvPr>
            <p:ph type="subTitle" idx="2"/>
          </p:nvPr>
        </p:nvSpPr>
        <p:spPr>
          <a:xfrm>
            <a:off x="3493875" y="3609975"/>
            <a:ext cx="2156100" cy="3900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72" name="Google Shape;2372;p35"/>
          <p:cNvSpPr txBox="1">
            <a:spLocks noGrp="1"/>
          </p:cNvSpPr>
          <p:nvPr>
            <p:ph type="subTitle" idx="3"/>
          </p:nvPr>
        </p:nvSpPr>
        <p:spPr>
          <a:xfrm rot="252770">
            <a:off x="5805956" y="3454860"/>
            <a:ext cx="2156226" cy="389843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73" name="Google Shape;2373;p35"/>
          <p:cNvSpPr/>
          <p:nvPr/>
        </p:nvSpPr>
        <p:spPr>
          <a:xfrm rot="-233298">
            <a:off x="1299061" y="1425764"/>
            <a:ext cx="1725372" cy="172537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4" name="Google Shape;2374;p3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375" name="Google Shape;2375;p35"/>
          <p:cNvSpPr txBox="1">
            <a:spLocks noGrp="1"/>
          </p:cNvSpPr>
          <p:nvPr>
            <p:ph type="subTitle" idx="4"/>
          </p:nvPr>
        </p:nvSpPr>
        <p:spPr>
          <a:xfrm>
            <a:off x="11073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76" name="Google Shape;2376;p35"/>
          <p:cNvSpPr>
            <a:spLocks noGrp="1"/>
          </p:cNvSpPr>
          <p:nvPr>
            <p:ph type="pic" idx="5"/>
          </p:nvPr>
        </p:nvSpPr>
        <p:spPr>
          <a:xfrm rot="-233074">
            <a:off x="1391105" y="1517928"/>
            <a:ext cx="1541040" cy="1541040"/>
          </a:xfrm>
          <a:prstGeom prst="rect">
            <a:avLst/>
          </a:prstGeom>
          <a:noFill/>
          <a:ln>
            <a:noFill/>
          </a:ln>
        </p:spPr>
      </p:sp>
      <p:sp>
        <p:nvSpPr>
          <p:cNvPr id="2377" name="Google Shape;2377;p35"/>
          <p:cNvSpPr/>
          <p:nvPr/>
        </p:nvSpPr>
        <p:spPr>
          <a:xfrm>
            <a:off x="3709275" y="1577425"/>
            <a:ext cx="1725300" cy="1725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8" name="Google Shape;2378;p35"/>
          <p:cNvSpPr txBox="1">
            <a:spLocks noGrp="1"/>
          </p:cNvSpPr>
          <p:nvPr>
            <p:ph type="subTitle" idx="6"/>
          </p:nvPr>
        </p:nvSpPr>
        <p:spPr>
          <a:xfrm>
            <a:off x="3494025" y="4038834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79" name="Google Shape;2379;p35"/>
          <p:cNvSpPr>
            <a:spLocks noGrp="1"/>
          </p:cNvSpPr>
          <p:nvPr>
            <p:ph type="pic" idx="7"/>
          </p:nvPr>
        </p:nvSpPr>
        <p:spPr>
          <a:xfrm>
            <a:off x="3801375" y="1669525"/>
            <a:ext cx="1541100" cy="1541100"/>
          </a:xfrm>
          <a:prstGeom prst="rect">
            <a:avLst/>
          </a:prstGeom>
          <a:noFill/>
          <a:ln>
            <a:noFill/>
          </a:ln>
        </p:spPr>
      </p:sp>
      <p:sp>
        <p:nvSpPr>
          <p:cNvPr id="2380" name="Google Shape;2380;p35"/>
          <p:cNvSpPr/>
          <p:nvPr/>
        </p:nvSpPr>
        <p:spPr>
          <a:xfrm rot="252506">
            <a:off x="6121589" y="1425914"/>
            <a:ext cx="1725152" cy="172515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1" name="Google Shape;2381;p35"/>
          <p:cNvSpPr txBox="1">
            <a:spLocks noGrp="1"/>
          </p:cNvSpPr>
          <p:nvPr>
            <p:ph type="subTitle" idx="8"/>
          </p:nvPr>
        </p:nvSpPr>
        <p:spPr>
          <a:xfrm>
            <a:off x="58806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82" name="Google Shape;2382;p35"/>
          <p:cNvSpPr>
            <a:spLocks noGrp="1"/>
          </p:cNvSpPr>
          <p:nvPr>
            <p:ph type="pic" idx="9"/>
          </p:nvPr>
        </p:nvSpPr>
        <p:spPr>
          <a:xfrm rot="252528">
            <a:off x="6213674" y="1518028"/>
            <a:ext cx="1541056" cy="154105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4" name="Google Shape;2384;p3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5" name="Google Shape;2385;p3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86" name="Google Shape;2386;p3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387" name="Google Shape;2387;p3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388" name="Google Shape;2388;p3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" name="Google Shape;2389;p3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" name="Google Shape;2390;p3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" name="Google Shape;2391;p3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" name="Google Shape;2392;p3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" name="Google Shape;2393;p3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" name="Google Shape;2394;p3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" name="Google Shape;2395;p3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3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" name="Google Shape;2397;p3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" name="Google Shape;2398;p3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" name="Google Shape;2399;p3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" name="Google Shape;2400;p3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" name="Google Shape;2401;p3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" name="Google Shape;2402;p3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" name="Google Shape;2403;p3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" name="Google Shape;2404;p3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" name="Google Shape;2405;p3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" name="Google Shape;2406;p3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" name="Google Shape;2407;p3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" name="Google Shape;2408;p3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" name="Google Shape;2409;p3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" name="Google Shape;2410;p3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" name="Google Shape;2411;p3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" name="Google Shape;2412;p3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" name="Google Shape;2413;p3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" name="Google Shape;2414;p3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" name="Google Shape;2415;p3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" name="Google Shape;2416;p3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" name="Google Shape;2417;p3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" name="Google Shape;2418;p3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" name="Google Shape;2419;p3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" name="Google Shape;2420;p3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" name="Google Shape;2421;p3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" name="Google Shape;2422;p3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" name="Google Shape;2423;p3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" name="Google Shape;2424;p3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" name="Google Shape;2425;p3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" name="Google Shape;2426;p3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" name="Google Shape;2427;p3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" name="Google Shape;2428;p3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" name="Google Shape;2429;p3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" name="Google Shape;2430;p3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" name="Google Shape;2431;p3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" name="Google Shape;2432;p3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" name="Google Shape;2433;p3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" name="Google Shape;2434;p3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" name="Google Shape;2435;p3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" name="Google Shape;2436;p3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" name="Google Shape;2437;p3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" name="Google Shape;2438;p3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" name="Google Shape;2439;p3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" name="Google Shape;2440;p3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" name="Google Shape;2441;p3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" name="Google Shape;2442;p3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" name="Google Shape;2443;p3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" name="Google Shape;2444;p3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" name="Google Shape;2445;p3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" name="Google Shape;2446;p3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" name="Google Shape;2447;p3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" name="Google Shape;2448;p3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" name="Google Shape;2449;p3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50" name="Google Shape;2450;p3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52" name="Google Shape;2452;p3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4" name="Google Shape;2454;p3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5" name="Google Shape;2455;p3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56" name="Google Shape;2456;p3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457" name="Google Shape;2457;p3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458" name="Google Shape;2458;p3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3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" name="Google Shape;2460;p3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" name="Google Shape;2461;p3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" name="Google Shape;2462;p3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" name="Google Shape;2463;p3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" name="Google Shape;2464;p3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" name="Google Shape;2465;p3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" name="Google Shape;2466;p3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" name="Google Shape;2467;p3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" name="Google Shape;2468;p3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3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3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3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3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3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3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3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3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3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3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3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3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3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3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3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3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3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3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3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3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3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3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3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3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3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3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3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3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3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3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3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" name="Google Shape;2500;p3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" name="Google Shape;2501;p3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" name="Google Shape;2502;p3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" name="Google Shape;2503;p3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" name="Google Shape;2504;p3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3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" name="Google Shape;2506;p3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" name="Google Shape;2507;p3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" name="Google Shape;2508;p3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3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" name="Google Shape;2510;p3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" name="Google Shape;2511;p3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" name="Google Shape;2512;p3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" name="Google Shape;2513;p3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" name="Google Shape;2514;p3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" name="Google Shape;2515;p3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" name="Google Shape;2516;p3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" name="Google Shape;2517;p3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" name="Google Shape;2518;p3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" name="Google Shape;2519;p3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20" name="Google Shape;2520;p3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2" name="Google Shape;2522;p37"/>
          <p:cNvSpPr/>
          <p:nvPr/>
        </p:nvSpPr>
        <p:spPr>
          <a:xfrm rot="384343">
            <a:off x="5028060" y="863413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2523" name="Google Shape;2523;p3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552900" cy="105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524" name="Google Shape;2524;p37"/>
          <p:cNvSpPr txBox="1">
            <a:spLocks noGrp="1"/>
          </p:cNvSpPr>
          <p:nvPr>
            <p:ph type="subTitle" idx="1"/>
          </p:nvPr>
        </p:nvSpPr>
        <p:spPr>
          <a:xfrm>
            <a:off x="720000" y="1700300"/>
            <a:ext cx="35529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Nunito Light"/>
              <a:buChar char="●"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●"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○"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  <p:sp>
        <p:nvSpPr>
          <p:cNvPr id="2525" name="Google Shape;2525;p37"/>
          <p:cNvSpPr/>
          <p:nvPr/>
        </p:nvSpPr>
        <p:spPr>
          <a:xfrm rot="382051">
            <a:off x="5645280" y="584107"/>
            <a:ext cx="3194608" cy="412402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6" name="Google Shape;2526;p37"/>
          <p:cNvSpPr>
            <a:spLocks noGrp="1"/>
          </p:cNvSpPr>
          <p:nvPr>
            <p:ph type="pic" idx="2"/>
          </p:nvPr>
        </p:nvSpPr>
        <p:spPr>
          <a:xfrm rot="381771">
            <a:off x="5734848" y="657033"/>
            <a:ext cx="3015576" cy="3977887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2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8" name="Google Shape;2528;p3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9" name="Google Shape;2529;p3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30" name="Google Shape;2530;p3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531" name="Google Shape;2531;p3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532" name="Google Shape;2532;p3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3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3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3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3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3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3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3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3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3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3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3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3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3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3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3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3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3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3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3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3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3" name="Google Shape;2553;p3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3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3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3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3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3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3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3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3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3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3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4" name="Google Shape;2564;p3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5" name="Google Shape;2565;p3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6" name="Google Shape;2566;p3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7" name="Google Shape;2567;p3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8" name="Google Shape;2568;p3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9" name="Google Shape;2569;p3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0" name="Google Shape;2570;p3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3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3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3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3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3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3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3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3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3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3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3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3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3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3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3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3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3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3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3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3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3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3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3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94" name="Google Shape;2594;p3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96" name="Google Shape;2596;p38"/>
          <p:cNvSpPr txBox="1">
            <a:spLocks noGrp="1"/>
          </p:cNvSpPr>
          <p:nvPr>
            <p:ph type="title"/>
          </p:nvPr>
        </p:nvSpPr>
        <p:spPr>
          <a:xfrm>
            <a:off x="2326100" y="1018825"/>
            <a:ext cx="5762700" cy="288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8000"/>
            </a:lvl1pPr>
            <a:lvl2pPr lvl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8" name="Google Shape;2598;p3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9" name="Google Shape;2599;p3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00" name="Google Shape;2600;p3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601" name="Google Shape;2601;p3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602" name="Google Shape;2602;p3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3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3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3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3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3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3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3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3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3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3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3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3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3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3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3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3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3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3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3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3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3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3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3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3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3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3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9" name="Google Shape;2629;p3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0" name="Google Shape;2630;p3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3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3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3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3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3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3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3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3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3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3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3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3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3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3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3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3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3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3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3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3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3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3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3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3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3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3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3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3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64" name="Google Shape;2664;p3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66" name="Google Shape;2666;p39"/>
          <p:cNvSpPr txBox="1">
            <a:spLocks noGrp="1"/>
          </p:cNvSpPr>
          <p:nvPr>
            <p:ph type="title"/>
          </p:nvPr>
        </p:nvSpPr>
        <p:spPr>
          <a:xfrm>
            <a:off x="1279525" y="1440100"/>
            <a:ext cx="4161900" cy="1484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96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2667" name="Google Shape;2667;p39"/>
          <p:cNvSpPr txBox="1">
            <a:spLocks noGrp="1"/>
          </p:cNvSpPr>
          <p:nvPr>
            <p:ph type="subTitle" idx="1"/>
          </p:nvPr>
        </p:nvSpPr>
        <p:spPr>
          <a:xfrm>
            <a:off x="1279525" y="3001100"/>
            <a:ext cx="4161900" cy="72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9" name="Google Shape;2669;p4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0" name="Google Shape;2670;p4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71" name="Google Shape;2671;p4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672" name="Google Shape;2672;p4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673" name="Google Shape;2673;p4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4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4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4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4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4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4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4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4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4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4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4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4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4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7" name="Google Shape;2687;p4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8" name="Google Shape;2688;p4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4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4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4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4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4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4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4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4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4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4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4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4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4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4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4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4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4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4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4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4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4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4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4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4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3" name="Google Shape;2713;p4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4" name="Google Shape;2714;p4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5" name="Google Shape;2715;p4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6" name="Google Shape;2716;p4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7" name="Google Shape;2717;p4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8" name="Google Shape;2718;p4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0" name="Google Shape;2720;p4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1" name="Google Shape;2721;p4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2" name="Google Shape;2722;p4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4" name="Google Shape;2724;p4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5" name="Google Shape;2725;p4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7" name="Google Shape;2727;p4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4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0" name="Google Shape;2730;p4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1" name="Google Shape;2731;p4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3" name="Google Shape;2733;p4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4" name="Google Shape;2734;p4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35" name="Google Shape;2735;p4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4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7" name="Google Shape;2737;p40"/>
          <p:cNvSpPr/>
          <p:nvPr/>
        </p:nvSpPr>
        <p:spPr>
          <a:xfrm>
            <a:off x="191900" y="352775"/>
            <a:ext cx="8777400" cy="4662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8" name="Google Shape;2738;p40"/>
          <p:cNvSpPr>
            <a:spLocks noGrp="1"/>
          </p:cNvSpPr>
          <p:nvPr>
            <p:ph type="pic" idx="2"/>
          </p:nvPr>
        </p:nvSpPr>
        <p:spPr>
          <a:xfrm rot="241">
            <a:off x="295450" y="428175"/>
            <a:ext cx="8552400" cy="4485300"/>
          </a:xfrm>
          <a:prstGeom prst="rect">
            <a:avLst/>
          </a:prstGeom>
          <a:noFill/>
          <a:ln>
            <a:noFill/>
          </a:ln>
        </p:spPr>
      </p:sp>
      <p:sp>
        <p:nvSpPr>
          <p:cNvPr id="2739" name="Google Shape;2739;p40"/>
          <p:cNvSpPr txBox="1">
            <a:spLocks noGrp="1"/>
          </p:cNvSpPr>
          <p:nvPr>
            <p:ph type="title"/>
          </p:nvPr>
        </p:nvSpPr>
        <p:spPr>
          <a:xfrm rot="-181457">
            <a:off x="918256" y="3962816"/>
            <a:ext cx="7306776" cy="543164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2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1" name="Google Shape;2741;p4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42" name="Google Shape;2742;p4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43" name="Google Shape;2743;p4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744" name="Google Shape;2744;p4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745" name="Google Shape;2745;p4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4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4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4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4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4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4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4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4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4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4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4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4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4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4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4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4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4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4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4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4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4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4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4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4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4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4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4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4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4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4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4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4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4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4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4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4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4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4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4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4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4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4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4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4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4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4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4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4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4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4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4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4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4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4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4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4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4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4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4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4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4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07" name="Google Shape;2807;p4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4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09" name="Google Shape;2809;p41"/>
          <p:cNvSpPr txBox="1">
            <a:spLocks noGrp="1"/>
          </p:cNvSpPr>
          <p:nvPr>
            <p:ph type="title" hasCustomPrompt="1"/>
          </p:nvPr>
        </p:nvSpPr>
        <p:spPr>
          <a:xfrm>
            <a:off x="1284000" y="1339825"/>
            <a:ext cx="6576000" cy="17163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82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810" name="Google Shape;2810;p41"/>
          <p:cNvSpPr txBox="1">
            <a:spLocks noGrp="1"/>
          </p:cNvSpPr>
          <p:nvPr>
            <p:ph type="subTitle" idx="1"/>
          </p:nvPr>
        </p:nvSpPr>
        <p:spPr>
          <a:xfrm>
            <a:off x="1284000" y="30563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8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2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3" name="Google Shape;2813;p4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4" name="Google Shape;2814;p4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15" name="Google Shape;2815;p4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816" name="Google Shape;2816;p4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817" name="Google Shape;2817;p4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4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4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4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4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4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4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4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4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4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4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4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4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4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4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4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4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4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4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4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4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4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4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4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4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4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4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4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4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4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4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4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4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0" name="Google Shape;2850;p4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4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4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4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4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4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4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4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4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4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4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4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4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4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4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4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4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4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4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4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4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4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4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4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4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4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4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4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4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79" name="Google Shape;2879;p4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81" name="Google Shape;2881;p4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882" name="Google Shape;2882;p43"/>
          <p:cNvSpPr txBox="1">
            <a:spLocks noGrp="1"/>
          </p:cNvSpPr>
          <p:nvPr>
            <p:ph type="subTitle" idx="1"/>
          </p:nvPr>
        </p:nvSpPr>
        <p:spPr>
          <a:xfrm>
            <a:off x="92732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83" name="Google Shape;2883;p43"/>
          <p:cNvSpPr txBox="1">
            <a:spLocks noGrp="1"/>
          </p:cNvSpPr>
          <p:nvPr>
            <p:ph type="subTitle" idx="2"/>
          </p:nvPr>
        </p:nvSpPr>
        <p:spPr>
          <a:xfrm>
            <a:off x="92732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84" name="Google Shape;2884;p43"/>
          <p:cNvSpPr txBox="1">
            <a:spLocks noGrp="1"/>
          </p:cNvSpPr>
          <p:nvPr>
            <p:ph type="title" idx="3" hasCustomPrompt="1"/>
          </p:nvPr>
        </p:nvSpPr>
        <p:spPr>
          <a:xfrm>
            <a:off x="165062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85" name="Google Shape;2885;p43"/>
          <p:cNvSpPr txBox="1">
            <a:spLocks noGrp="1"/>
          </p:cNvSpPr>
          <p:nvPr>
            <p:ph type="title" idx="4" hasCustomPrompt="1"/>
          </p:nvPr>
        </p:nvSpPr>
        <p:spPr>
          <a:xfrm>
            <a:off x="165062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86" name="Google Shape;2886;p43"/>
          <p:cNvSpPr txBox="1">
            <a:spLocks noGrp="1"/>
          </p:cNvSpPr>
          <p:nvPr>
            <p:ph type="subTitle" idx="5"/>
          </p:nvPr>
        </p:nvSpPr>
        <p:spPr>
          <a:xfrm>
            <a:off x="92732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2887" name="Google Shape;2887;p43"/>
          <p:cNvSpPr txBox="1">
            <a:spLocks noGrp="1"/>
          </p:cNvSpPr>
          <p:nvPr>
            <p:ph type="subTitle" idx="6"/>
          </p:nvPr>
        </p:nvSpPr>
        <p:spPr>
          <a:xfrm>
            <a:off x="92732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2888" name="Google Shape;2888;p43"/>
          <p:cNvSpPr txBox="1">
            <a:spLocks noGrp="1"/>
          </p:cNvSpPr>
          <p:nvPr>
            <p:ph type="subTitle" idx="7"/>
          </p:nvPr>
        </p:nvSpPr>
        <p:spPr>
          <a:xfrm>
            <a:off x="3481350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89" name="Google Shape;2889;p43"/>
          <p:cNvSpPr txBox="1">
            <a:spLocks noGrp="1"/>
          </p:cNvSpPr>
          <p:nvPr>
            <p:ph type="subTitle" idx="8"/>
          </p:nvPr>
        </p:nvSpPr>
        <p:spPr>
          <a:xfrm>
            <a:off x="3481350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90" name="Google Shape;2890;p43"/>
          <p:cNvSpPr txBox="1">
            <a:spLocks noGrp="1"/>
          </p:cNvSpPr>
          <p:nvPr>
            <p:ph type="title" idx="9" hasCustomPrompt="1"/>
          </p:nvPr>
        </p:nvSpPr>
        <p:spPr>
          <a:xfrm>
            <a:off x="4204650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91" name="Google Shape;2891;p43"/>
          <p:cNvSpPr txBox="1">
            <a:spLocks noGrp="1"/>
          </p:cNvSpPr>
          <p:nvPr>
            <p:ph type="title" idx="13" hasCustomPrompt="1"/>
          </p:nvPr>
        </p:nvSpPr>
        <p:spPr>
          <a:xfrm>
            <a:off x="4204650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92" name="Google Shape;2892;p43"/>
          <p:cNvSpPr txBox="1">
            <a:spLocks noGrp="1"/>
          </p:cNvSpPr>
          <p:nvPr>
            <p:ph type="subTitle" idx="14"/>
          </p:nvPr>
        </p:nvSpPr>
        <p:spPr>
          <a:xfrm>
            <a:off x="3481350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2893" name="Google Shape;2893;p43"/>
          <p:cNvSpPr txBox="1">
            <a:spLocks noGrp="1"/>
          </p:cNvSpPr>
          <p:nvPr>
            <p:ph type="subTitle" idx="15"/>
          </p:nvPr>
        </p:nvSpPr>
        <p:spPr>
          <a:xfrm>
            <a:off x="3481350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2894" name="Google Shape;2894;p43"/>
          <p:cNvSpPr txBox="1">
            <a:spLocks noGrp="1"/>
          </p:cNvSpPr>
          <p:nvPr>
            <p:ph type="subTitle" idx="16"/>
          </p:nvPr>
        </p:nvSpPr>
        <p:spPr>
          <a:xfrm>
            <a:off x="603537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95" name="Google Shape;2895;p43"/>
          <p:cNvSpPr txBox="1">
            <a:spLocks noGrp="1"/>
          </p:cNvSpPr>
          <p:nvPr>
            <p:ph type="subTitle" idx="17"/>
          </p:nvPr>
        </p:nvSpPr>
        <p:spPr>
          <a:xfrm>
            <a:off x="603537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96" name="Google Shape;2896;p43"/>
          <p:cNvSpPr txBox="1">
            <a:spLocks noGrp="1"/>
          </p:cNvSpPr>
          <p:nvPr>
            <p:ph type="title" idx="18" hasCustomPrompt="1"/>
          </p:nvPr>
        </p:nvSpPr>
        <p:spPr>
          <a:xfrm>
            <a:off x="675867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97" name="Google Shape;2897;p43"/>
          <p:cNvSpPr txBox="1">
            <a:spLocks noGrp="1"/>
          </p:cNvSpPr>
          <p:nvPr>
            <p:ph type="title" idx="19" hasCustomPrompt="1"/>
          </p:nvPr>
        </p:nvSpPr>
        <p:spPr>
          <a:xfrm>
            <a:off x="675867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98" name="Google Shape;2898;p43"/>
          <p:cNvSpPr txBox="1">
            <a:spLocks noGrp="1"/>
          </p:cNvSpPr>
          <p:nvPr>
            <p:ph type="subTitle" idx="20"/>
          </p:nvPr>
        </p:nvSpPr>
        <p:spPr>
          <a:xfrm>
            <a:off x="603537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2899" name="Google Shape;2899;p43"/>
          <p:cNvSpPr txBox="1">
            <a:spLocks noGrp="1"/>
          </p:cNvSpPr>
          <p:nvPr>
            <p:ph type="subTitle" idx="21"/>
          </p:nvPr>
        </p:nvSpPr>
        <p:spPr>
          <a:xfrm>
            <a:off x="603537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2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1" name="Google Shape;2901;p4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2" name="Google Shape;2902;p4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03" name="Google Shape;2903;p4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904" name="Google Shape;2904;p4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905" name="Google Shape;2905;p4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4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4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4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4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4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4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4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4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4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4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4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4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4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4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4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4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4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4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4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4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4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4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4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4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4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4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4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4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4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4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4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4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4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4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4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4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4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4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4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4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4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4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4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4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4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4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4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4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4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4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4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4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4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4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4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4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4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4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4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4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4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67" name="Google Shape;2967;p4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4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69" name="Google Shape;2969;p44"/>
          <p:cNvSpPr txBox="1">
            <a:spLocks noGrp="1"/>
          </p:cNvSpPr>
          <p:nvPr>
            <p:ph type="title"/>
          </p:nvPr>
        </p:nvSpPr>
        <p:spPr>
          <a:xfrm rot="-241977">
            <a:off x="3564552" y="2972102"/>
            <a:ext cx="4743346" cy="66193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2970" name="Google Shape;2970;p44"/>
          <p:cNvSpPr txBox="1">
            <a:spLocks noGrp="1"/>
          </p:cNvSpPr>
          <p:nvPr>
            <p:ph type="subTitle" idx="1"/>
          </p:nvPr>
        </p:nvSpPr>
        <p:spPr>
          <a:xfrm rot="-242007">
            <a:off x="2953358" y="1019707"/>
            <a:ext cx="5258825" cy="1863417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1">
    <p:spTree>
      <p:nvGrpSpPr>
        <p:cNvPr id="1" name="Shape 2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2" name="Google Shape;2972;p4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3" name="Google Shape;2973;p4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4" name="Google Shape;2974;p4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2975" name="Google Shape;2975;p4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2976" name="Google Shape;2976;p4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4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4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4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4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4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4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4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4" name="Google Shape;2984;p4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5" name="Google Shape;2985;p4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4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4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4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4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4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4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4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4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4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4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4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4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4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4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4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4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4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4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4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4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4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4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4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4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4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4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4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4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4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4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4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4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4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4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4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4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4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4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4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4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4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4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4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4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4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4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4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4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4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4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4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4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38" name="Google Shape;3038;p4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4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40" name="Google Shape;3040;p45"/>
          <p:cNvSpPr txBox="1">
            <a:spLocks noGrp="1"/>
          </p:cNvSpPr>
          <p:nvPr>
            <p:ph type="title"/>
          </p:nvPr>
        </p:nvSpPr>
        <p:spPr>
          <a:xfrm>
            <a:off x="720000" y="1692100"/>
            <a:ext cx="4232100" cy="7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3041" name="Google Shape;3041;p45"/>
          <p:cNvSpPr txBox="1">
            <a:spLocks noGrp="1"/>
          </p:cNvSpPr>
          <p:nvPr>
            <p:ph type="body" idx="1"/>
          </p:nvPr>
        </p:nvSpPr>
        <p:spPr>
          <a:xfrm>
            <a:off x="720000" y="2416875"/>
            <a:ext cx="4339200" cy="141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3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3" name="Google Shape;3043;p4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44" name="Google Shape;3044;p46"/>
          <p:cNvSpPr/>
          <p:nvPr/>
        </p:nvSpPr>
        <p:spPr>
          <a:xfrm flipH="1"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45" name="Google Shape;3045;p46"/>
          <p:cNvGrpSpPr/>
          <p:nvPr/>
        </p:nvGrpSpPr>
        <p:grpSpPr>
          <a:xfrm flipH="1"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046" name="Google Shape;3046;p4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047" name="Google Shape;3047;p4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4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4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4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4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4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4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4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4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4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4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4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4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4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4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4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4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4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4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4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4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4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4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4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4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4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4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4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4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4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4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4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4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4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4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4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4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4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4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4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4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4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4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4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4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4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4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4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4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4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4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4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4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4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4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4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4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4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4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4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4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4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09" name="Google Shape;3109;p4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4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11" name="Google Shape;3111;p46"/>
          <p:cNvSpPr/>
          <p:nvPr/>
        </p:nvSpPr>
        <p:spPr>
          <a:xfrm rot="-384343" flipH="1">
            <a:off x="2520707" y="970438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3112" name="Google Shape;3112;p46"/>
          <p:cNvSpPr/>
          <p:nvPr/>
        </p:nvSpPr>
        <p:spPr>
          <a:xfrm rot="-336375">
            <a:off x="947065" y="661989"/>
            <a:ext cx="3982951" cy="3999847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3" name="Google Shape;3113;p46"/>
          <p:cNvSpPr txBox="1">
            <a:spLocks noGrp="1"/>
          </p:cNvSpPr>
          <p:nvPr>
            <p:ph type="title"/>
          </p:nvPr>
        </p:nvSpPr>
        <p:spPr>
          <a:xfrm>
            <a:off x="5729400" y="607575"/>
            <a:ext cx="2701500" cy="229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114" name="Google Shape;3114;p46"/>
          <p:cNvSpPr txBox="1">
            <a:spLocks noGrp="1"/>
          </p:cNvSpPr>
          <p:nvPr>
            <p:ph type="subTitle" idx="1"/>
          </p:nvPr>
        </p:nvSpPr>
        <p:spPr>
          <a:xfrm>
            <a:off x="5729400" y="2903625"/>
            <a:ext cx="2701500" cy="111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115" name="Google Shape;3115;p46"/>
          <p:cNvSpPr>
            <a:spLocks noGrp="1"/>
          </p:cNvSpPr>
          <p:nvPr>
            <p:ph type="pic" idx="2"/>
          </p:nvPr>
        </p:nvSpPr>
        <p:spPr>
          <a:xfrm rot="-336383">
            <a:off x="1054348" y="775147"/>
            <a:ext cx="3758680" cy="378008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3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7" name="Google Shape;3117;p4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8" name="Google Shape;3118;p4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19" name="Google Shape;3119;p4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120" name="Google Shape;3120;p4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121" name="Google Shape;3121;p4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4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4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4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4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4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4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4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4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4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4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4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4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4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4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4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4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4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4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4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4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4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4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4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4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4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4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4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4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4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4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4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4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4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4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4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4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4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4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4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4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4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4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4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4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4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4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4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4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4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4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4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4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4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4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4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4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4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4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4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4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4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83" name="Google Shape;3183;p4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4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85" name="Google Shape;3185;p47"/>
          <p:cNvSpPr txBox="1">
            <a:spLocks noGrp="1"/>
          </p:cNvSpPr>
          <p:nvPr>
            <p:ph type="title"/>
          </p:nvPr>
        </p:nvSpPr>
        <p:spPr>
          <a:xfrm>
            <a:off x="720000" y="1942350"/>
            <a:ext cx="3597900" cy="10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186" name="Google Shape;3186;p47"/>
          <p:cNvSpPr txBox="1">
            <a:spLocks noGrp="1"/>
          </p:cNvSpPr>
          <p:nvPr>
            <p:ph type="subTitle" idx="1"/>
          </p:nvPr>
        </p:nvSpPr>
        <p:spPr>
          <a:xfrm>
            <a:off x="720000" y="3005550"/>
            <a:ext cx="3597900" cy="8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1">
    <p:spTree>
      <p:nvGrpSpPr>
        <p:cNvPr id="1" name="Shape 3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8" name="Google Shape;3188;p4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89" name="Google Shape;3189;p4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90" name="Google Shape;3190;p4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191" name="Google Shape;3191;p4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192" name="Google Shape;3192;p4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4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4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4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4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4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4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4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4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4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4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4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4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4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4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4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4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4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4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4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4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4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4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4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4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4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4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4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4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4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4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4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4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4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4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4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4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4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4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4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4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4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4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4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4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4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4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4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4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4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4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4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4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4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4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4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4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4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4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4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4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4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54" name="Google Shape;3254;p4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4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56" name="Google Shape;3256;p48"/>
          <p:cNvSpPr txBox="1">
            <a:spLocks noGrp="1"/>
          </p:cNvSpPr>
          <p:nvPr>
            <p:ph type="title"/>
          </p:nvPr>
        </p:nvSpPr>
        <p:spPr>
          <a:xfrm>
            <a:off x="4837200" y="1958400"/>
            <a:ext cx="3593400" cy="10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257" name="Google Shape;3257;p48"/>
          <p:cNvSpPr txBox="1">
            <a:spLocks noGrp="1"/>
          </p:cNvSpPr>
          <p:nvPr>
            <p:ph type="subTitle" idx="1"/>
          </p:nvPr>
        </p:nvSpPr>
        <p:spPr>
          <a:xfrm>
            <a:off x="4837371" y="3019200"/>
            <a:ext cx="35934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2">
    <p:spTree>
      <p:nvGrpSpPr>
        <p:cNvPr id="1" name="Shape 3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9" name="Google Shape;3259;p4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0" name="Google Shape;3260;p4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61" name="Google Shape;3261;p4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262" name="Google Shape;3262;p4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263" name="Google Shape;3263;p4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4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4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4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4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4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4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4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4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4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4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4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4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4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4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4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4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4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4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4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4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4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4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4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4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4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4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4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4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4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4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4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4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4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4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4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4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4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4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4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4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4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4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4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4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4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4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4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4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4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4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4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4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4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4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4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4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4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4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4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4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4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25" name="Google Shape;3325;p4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4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27" name="Google Shape;3327;p4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328" name="Google Shape;3328;p49"/>
          <p:cNvSpPr txBox="1">
            <a:spLocks noGrp="1"/>
          </p:cNvSpPr>
          <p:nvPr>
            <p:ph type="body" idx="1"/>
          </p:nvPr>
        </p:nvSpPr>
        <p:spPr>
          <a:xfrm>
            <a:off x="720000" y="1291940"/>
            <a:ext cx="7704000" cy="289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3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0" name="Google Shape;3330;p5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1" name="Google Shape;3331;p5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32" name="Google Shape;3332;p5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333" name="Google Shape;3333;p5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334" name="Google Shape;3334;p5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5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5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5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5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5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5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5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5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5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5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5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5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5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5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5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5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5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5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5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5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5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5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5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5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5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5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5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5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5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5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5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5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5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5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5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5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5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5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5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5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5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5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5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5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5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5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5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5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5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5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5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5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5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5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5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5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5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5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5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5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5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96" name="Google Shape;3396;p5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5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8" name="Google Shape;3398;p5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399" name="Google Shape;3399;p50"/>
          <p:cNvSpPr txBox="1">
            <a:spLocks noGrp="1"/>
          </p:cNvSpPr>
          <p:nvPr>
            <p:ph type="subTitle" idx="1"/>
          </p:nvPr>
        </p:nvSpPr>
        <p:spPr>
          <a:xfrm>
            <a:off x="598675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3400" name="Google Shape;3400;p50"/>
          <p:cNvSpPr txBox="1">
            <a:spLocks noGrp="1"/>
          </p:cNvSpPr>
          <p:nvPr>
            <p:ph type="subTitle" idx="2"/>
          </p:nvPr>
        </p:nvSpPr>
        <p:spPr>
          <a:xfrm>
            <a:off x="72000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3401" name="Google Shape;3401;p50"/>
          <p:cNvSpPr txBox="1">
            <a:spLocks noGrp="1"/>
          </p:cNvSpPr>
          <p:nvPr>
            <p:ph type="subTitle" idx="3"/>
          </p:nvPr>
        </p:nvSpPr>
        <p:spPr>
          <a:xfrm>
            <a:off x="719999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402" name="Google Shape;3402;p50"/>
          <p:cNvSpPr txBox="1">
            <a:spLocks noGrp="1"/>
          </p:cNvSpPr>
          <p:nvPr>
            <p:ph type="subTitle" idx="4"/>
          </p:nvPr>
        </p:nvSpPr>
        <p:spPr>
          <a:xfrm>
            <a:off x="5986751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3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4" name="Google Shape;3404;p5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05" name="Google Shape;3405;p5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06" name="Google Shape;3406;p5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407" name="Google Shape;3407;p5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408" name="Google Shape;3408;p5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5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5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5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5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5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5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5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5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5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5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5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5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5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5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5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5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5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5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5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5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5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5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5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5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5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5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5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5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5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5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5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5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5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5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5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5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5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5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5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5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5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5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5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5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5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5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5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5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5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5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5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5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5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5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5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5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5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5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5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5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5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470" name="Google Shape;3470;p5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5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72" name="Google Shape;3472;p5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473" name="Google Shape;3473;p51"/>
          <p:cNvSpPr txBox="1">
            <a:spLocks noGrp="1"/>
          </p:cNvSpPr>
          <p:nvPr>
            <p:ph type="subTitle" idx="1"/>
          </p:nvPr>
        </p:nvSpPr>
        <p:spPr>
          <a:xfrm>
            <a:off x="4738074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3474" name="Google Shape;3474;p51"/>
          <p:cNvSpPr txBox="1">
            <a:spLocks noGrp="1"/>
          </p:cNvSpPr>
          <p:nvPr>
            <p:ph type="subTitle" idx="2"/>
          </p:nvPr>
        </p:nvSpPr>
        <p:spPr>
          <a:xfrm>
            <a:off x="1192575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3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6" name="Google Shape;3476;p52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7" name="Google Shape;3477;p52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78" name="Google Shape;3478;p5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479" name="Google Shape;3479;p5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480" name="Google Shape;3480;p5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5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5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5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5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5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5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5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5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5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5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5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5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5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5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5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5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5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5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5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5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5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5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5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5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5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5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5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5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5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5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5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5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5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5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5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5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5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5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5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5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5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5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5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5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5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5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5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5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5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5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5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5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5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5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5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5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5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5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5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5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5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542" name="Google Shape;3542;p5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5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44" name="Google Shape;3544;p5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545" name="Google Shape;3545;p52"/>
          <p:cNvSpPr txBox="1">
            <a:spLocks noGrp="1"/>
          </p:cNvSpPr>
          <p:nvPr>
            <p:ph type="subTitle" idx="1"/>
          </p:nvPr>
        </p:nvSpPr>
        <p:spPr>
          <a:xfrm>
            <a:off x="71337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546" name="Google Shape;3546;p52"/>
          <p:cNvSpPr txBox="1">
            <a:spLocks noGrp="1"/>
          </p:cNvSpPr>
          <p:nvPr>
            <p:ph type="subTitle" idx="2"/>
          </p:nvPr>
        </p:nvSpPr>
        <p:spPr>
          <a:xfrm>
            <a:off x="3548400" y="3449601"/>
            <a:ext cx="20472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547" name="Google Shape;3547;p52"/>
          <p:cNvSpPr txBox="1">
            <a:spLocks noGrp="1"/>
          </p:cNvSpPr>
          <p:nvPr>
            <p:ph type="subTitle" idx="3"/>
          </p:nvPr>
        </p:nvSpPr>
        <p:spPr>
          <a:xfrm>
            <a:off x="648873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548" name="Google Shape;3548;p52"/>
          <p:cNvSpPr txBox="1">
            <a:spLocks noGrp="1"/>
          </p:cNvSpPr>
          <p:nvPr>
            <p:ph type="subTitle" idx="4"/>
          </p:nvPr>
        </p:nvSpPr>
        <p:spPr>
          <a:xfrm>
            <a:off x="713375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549" name="Google Shape;3549;p52"/>
          <p:cNvSpPr txBox="1">
            <a:spLocks noGrp="1"/>
          </p:cNvSpPr>
          <p:nvPr>
            <p:ph type="subTitle" idx="5"/>
          </p:nvPr>
        </p:nvSpPr>
        <p:spPr>
          <a:xfrm>
            <a:off x="3548401" y="2563650"/>
            <a:ext cx="20472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550" name="Google Shape;3550;p52"/>
          <p:cNvSpPr txBox="1">
            <a:spLocks noGrp="1"/>
          </p:cNvSpPr>
          <p:nvPr>
            <p:ph type="subTitle" idx="6"/>
          </p:nvPr>
        </p:nvSpPr>
        <p:spPr>
          <a:xfrm>
            <a:off x="6488728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3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2" name="Google Shape;3552;p5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3" name="Google Shape;3553;p5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54" name="Google Shape;3554;p5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555" name="Google Shape;3555;p5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556" name="Google Shape;3556;p5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5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5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5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5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5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5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5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5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5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5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5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5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5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5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5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5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5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5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5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5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5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5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5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5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5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5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5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5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5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5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5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5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5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5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5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5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5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5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5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5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5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5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5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5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5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5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5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5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5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5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5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5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5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5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5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5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5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5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5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5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5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618" name="Google Shape;3618;p5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5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20" name="Google Shape;3620;p5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621" name="Google Shape;3621;p53"/>
          <p:cNvSpPr txBox="1">
            <a:spLocks noGrp="1"/>
          </p:cNvSpPr>
          <p:nvPr>
            <p:ph type="subTitle" idx="1"/>
          </p:nvPr>
        </p:nvSpPr>
        <p:spPr>
          <a:xfrm>
            <a:off x="713226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622" name="Google Shape;3622;p53"/>
          <p:cNvSpPr txBox="1">
            <a:spLocks noGrp="1"/>
          </p:cNvSpPr>
          <p:nvPr>
            <p:ph type="subTitle" idx="2"/>
          </p:nvPr>
        </p:nvSpPr>
        <p:spPr>
          <a:xfrm>
            <a:off x="713226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623" name="Google Shape;3623;p53"/>
          <p:cNvSpPr txBox="1">
            <a:spLocks noGrp="1"/>
          </p:cNvSpPr>
          <p:nvPr>
            <p:ph type="subTitle" idx="3"/>
          </p:nvPr>
        </p:nvSpPr>
        <p:spPr>
          <a:xfrm>
            <a:off x="1399026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624" name="Google Shape;3624;p53"/>
          <p:cNvSpPr txBox="1">
            <a:spLocks noGrp="1"/>
          </p:cNvSpPr>
          <p:nvPr>
            <p:ph type="subTitle" idx="4"/>
          </p:nvPr>
        </p:nvSpPr>
        <p:spPr>
          <a:xfrm>
            <a:off x="1399026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625" name="Google Shape;3625;p53"/>
          <p:cNvSpPr txBox="1">
            <a:spLocks noGrp="1"/>
          </p:cNvSpPr>
          <p:nvPr>
            <p:ph type="subTitle" idx="5"/>
          </p:nvPr>
        </p:nvSpPr>
        <p:spPr>
          <a:xfrm>
            <a:off x="655950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626" name="Google Shape;3626;p53"/>
          <p:cNvSpPr txBox="1">
            <a:spLocks noGrp="1"/>
          </p:cNvSpPr>
          <p:nvPr>
            <p:ph type="subTitle" idx="6"/>
          </p:nvPr>
        </p:nvSpPr>
        <p:spPr>
          <a:xfrm>
            <a:off x="655950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627" name="Google Shape;3627;p53"/>
          <p:cNvSpPr txBox="1">
            <a:spLocks noGrp="1"/>
          </p:cNvSpPr>
          <p:nvPr>
            <p:ph type="subTitle" idx="7"/>
          </p:nvPr>
        </p:nvSpPr>
        <p:spPr>
          <a:xfrm>
            <a:off x="587370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628" name="Google Shape;3628;p53"/>
          <p:cNvSpPr txBox="1">
            <a:spLocks noGrp="1"/>
          </p:cNvSpPr>
          <p:nvPr>
            <p:ph type="subTitle" idx="8"/>
          </p:nvPr>
        </p:nvSpPr>
        <p:spPr>
          <a:xfrm>
            <a:off x="587370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5_1">
    <p:spTree>
      <p:nvGrpSpPr>
        <p:cNvPr id="1" name="Shape 3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0" name="Google Shape;3630;p5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31" name="Google Shape;3631;p5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32" name="Google Shape;3632;p5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633" name="Google Shape;3633;p5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634" name="Google Shape;3634;p5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5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5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5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5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5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5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5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5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5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5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5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5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5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5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5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5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5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5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5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5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5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5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5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5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5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5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5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5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5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5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5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5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5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5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5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5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5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5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5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5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5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5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5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5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5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5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5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5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5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5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5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5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5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5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5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5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5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5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5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5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5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696" name="Google Shape;3696;p5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5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98" name="Google Shape;3698;p5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699" name="Google Shape;3699;p54"/>
          <p:cNvSpPr txBox="1">
            <a:spLocks noGrp="1"/>
          </p:cNvSpPr>
          <p:nvPr>
            <p:ph type="subTitle" idx="1"/>
          </p:nvPr>
        </p:nvSpPr>
        <p:spPr>
          <a:xfrm>
            <a:off x="7045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00" name="Google Shape;3700;p54"/>
          <p:cNvSpPr txBox="1">
            <a:spLocks noGrp="1"/>
          </p:cNvSpPr>
          <p:nvPr>
            <p:ph type="subTitle" idx="2"/>
          </p:nvPr>
        </p:nvSpPr>
        <p:spPr>
          <a:xfrm>
            <a:off x="7045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01" name="Google Shape;3701;p54"/>
          <p:cNvSpPr txBox="1">
            <a:spLocks noGrp="1"/>
          </p:cNvSpPr>
          <p:nvPr>
            <p:ph type="subTitle" idx="3"/>
          </p:nvPr>
        </p:nvSpPr>
        <p:spPr>
          <a:xfrm>
            <a:off x="145615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02" name="Google Shape;3702;p54"/>
          <p:cNvSpPr txBox="1">
            <a:spLocks noGrp="1"/>
          </p:cNvSpPr>
          <p:nvPr>
            <p:ph type="subTitle" idx="4"/>
          </p:nvPr>
        </p:nvSpPr>
        <p:spPr>
          <a:xfrm>
            <a:off x="145615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03" name="Google Shape;3703;p54"/>
          <p:cNvSpPr txBox="1">
            <a:spLocks noGrp="1"/>
          </p:cNvSpPr>
          <p:nvPr>
            <p:ph type="subTitle" idx="5"/>
          </p:nvPr>
        </p:nvSpPr>
        <p:spPr>
          <a:xfrm>
            <a:off x="65749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04" name="Google Shape;3704;p54"/>
          <p:cNvSpPr txBox="1">
            <a:spLocks noGrp="1"/>
          </p:cNvSpPr>
          <p:nvPr>
            <p:ph type="subTitle" idx="6"/>
          </p:nvPr>
        </p:nvSpPr>
        <p:spPr>
          <a:xfrm>
            <a:off x="65749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05" name="Google Shape;3705;p54"/>
          <p:cNvSpPr txBox="1">
            <a:spLocks noGrp="1"/>
          </p:cNvSpPr>
          <p:nvPr>
            <p:ph type="subTitle" idx="7"/>
          </p:nvPr>
        </p:nvSpPr>
        <p:spPr>
          <a:xfrm>
            <a:off x="5787350" y="3938600"/>
            <a:ext cx="1936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06" name="Google Shape;3706;p54"/>
          <p:cNvSpPr txBox="1">
            <a:spLocks noGrp="1"/>
          </p:cNvSpPr>
          <p:nvPr>
            <p:ph type="subTitle" idx="8"/>
          </p:nvPr>
        </p:nvSpPr>
        <p:spPr>
          <a:xfrm>
            <a:off x="5787350" y="3585400"/>
            <a:ext cx="1936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07" name="Google Shape;3707;p54"/>
          <p:cNvSpPr txBox="1">
            <a:spLocks noGrp="1"/>
          </p:cNvSpPr>
          <p:nvPr>
            <p:ph type="subTitle" idx="9"/>
          </p:nvPr>
        </p:nvSpPr>
        <p:spPr>
          <a:xfrm>
            <a:off x="36397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08" name="Google Shape;3708;p54"/>
          <p:cNvSpPr txBox="1">
            <a:spLocks noGrp="1"/>
          </p:cNvSpPr>
          <p:nvPr>
            <p:ph type="subTitle" idx="13"/>
          </p:nvPr>
        </p:nvSpPr>
        <p:spPr>
          <a:xfrm>
            <a:off x="36397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3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0" name="Google Shape;3710;p5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11" name="Google Shape;3711;p5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12" name="Google Shape;3712;p5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713" name="Google Shape;3713;p5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714" name="Google Shape;3714;p5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5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5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5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5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5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5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5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5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5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5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5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5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5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5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5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5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5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5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5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5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5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5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5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5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5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5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5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5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5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5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5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5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5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5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5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5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5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5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5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5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5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5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5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5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5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5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5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5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5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5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5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5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5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5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5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5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5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5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5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5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5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76" name="Google Shape;3776;p5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5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78" name="Google Shape;3778;p5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779" name="Google Shape;3779;p55"/>
          <p:cNvSpPr txBox="1">
            <a:spLocks noGrp="1"/>
          </p:cNvSpPr>
          <p:nvPr>
            <p:ph type="subTitle" idx="1"/>
          </p:nvPr>
        </p:nvSpPr>
        <p:spPr>
          <a:xfrm>
            <a:off x="948588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80" name="Google Shape;3780;p55"/>
          <p:cNvSpPr txBox="1">
            <a:spLocks noGrp="1"/>
          </p:cNvSpPr>
          <p:nvPr>
            <p:ph type="subTitle" idx="2"/>
          </p:nvPr>
        </p:nvSpPr>
        <p:spPr>
          <a:xfrm>
            <a:off x="3630450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81" name="Google Shape;3781;p55"/>
          <p:cNvSpPr txBox="1">
            <a:spLocks noGrp="1"/>
          </p:cNvSpPr>
          <p:nvPr>
            <p:ph type="subTitle" idx="3"/>
          </p:nvPr>
        </p:nvSpPr>
        <p:spPr>
          <a:xfrm>
            <a:off x="948588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82" name="Google Shape;3782;p55"/>
          <p:cNvSpPr txBox="1">
            <a:spLocks noGrp="1"/>
          </p:cNvSpPr>
          <p:nvPr>
            <p:ph type="subTitle" idx="4"/>
          </p:nvPr>
        </p:nvSpPr>
        <p:spPr>
          <a:xfrm>
            <a:off x="3630450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83" name="Google Shape;3783;p55"/>
          <p:cNvSpPr txBox="1">
            <a:spLocks noGrp="1"/>
          </p:cNvSpPr>
          <p:nvPr>
            <p:ph type="subTitle" idx="5"/>
          </p:nvPr>
        </p:nvSpPr>
        <p:spPr>
          <a:xfrm>
            <a:off x="6312297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84" name="Google Shape;3784;p55"/>
          <p:cNvSpPr txBox="1">
            <a:spLocks noGrp="1"/>
          </p:cNvSpPr>
          <p:nvPr>
            <p:ph type="subTitle" idx="6"/>
          </p:nvPr>
        </p:nvSpPr>
        <p:spPr>
          <a:xfrm>
            <a:off x="6312297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785" name="Google Shape;3785;p55"/>
          <p:cNvSpPr txBox="1">
            <a:spLocks noGrp="1"/>
          </p:cNvSpPr>
          <p:nvPr>
            <p:ph type="subTitle" idx="7"/>
          </p:nvPr>
        </p:nvSpPr>
        <p:spPr>
          <a:xfrm>
            <a:off x="952198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86" name="Google Shape;3786;p55"/>
          <p:cNvSpPr txBox="1">
            <a:spLocks noGrp="1"/>
          </p:cNvSpPr>
          <p:nvPr>
            <p:ph type="subTitle" idx="8"/>
          </p:nvPr>
        </p:nvSpPr>
        <p:spPr>
          <a:xfrm>
            <a:off x="3634061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87" name="Google Shape;3787;p55"/>
          <p:cNvSpPr txBox="1">
            <a:spLocks noGrp="1"/>
          </p:cNvSpPr>
          <p:nvPr>
            <p:ph type="subTitle" idx="9"/>
          </p:nvPr>
        </p:nvSpPr>
        <p:spPr>
          <a:xfrm>
            <a:off x="6315907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88" name="Google Shape;3788;p55"/>
          <p:cNvSpPr txBox="1">
            <a:spLocks noGrp="1"/>
          </p:cNvSpPr>
          <p:nvPr>
            <p:ph type="subTitle" idx="13"/>
          </p:nvPr>
        </p:nvSpPr>
        <p:spPr>
          <a:xfrm>
            <a:off x="952198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89" name="Google Shape;3789;p55"/>
          <p:cNvSpPr txBox="1">
            <a:spLocks noGrp="1"/>
          </p:cNvSpPr>
          <p:nvPr>
            <p:ph type="subTitle" idx="14"/>
          </p:nvPr>
        </p:nvSpPr>
        <p:spPr>
          <a:xfrm>
            <a:off x="3634061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790" name="Google Shape;3790;p55"/>
          <p:cNvSpPr txBox="1">
            <a:spLocks noGrp="1"/>
          </p:cNvSpPr>
          <p:nvPr>
            <p:ph type="subTitle" idx="15"/>
          </p:nvPr>
        </p:nvSpPr>
        <p:spPr>
          <a:xfrm>
            <a:off x="6315907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3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2" name="Google Shape;3792;p5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93" name="Google Shape;3793;p5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94" name="Google Shape;3794;p5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795" name="Google Shape;3795;p5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796" name="Google Shape;3796;p5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5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5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5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5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5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5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5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5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5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5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5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5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5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5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5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5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5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5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5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5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5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5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5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5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5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5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5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5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5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5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5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5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5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5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5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5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5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5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5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5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5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5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5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5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5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5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5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5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5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5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5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5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5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5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5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5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5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5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5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5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5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58" name="Google Shape;3858;p5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5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60" name="Google Shape;3860;p56"/>
          <p:cNvSpPr txBox="1">
            <a:spLocks noGrp="1"/>
          </p:cNvSpPr>
          <p:nvPr>
            <p:ph type="title" hasCustomPrompt="1"/>
          </p:nvPr>
        </p:nvSpPr>
        <p:spPr>
          <a:xfrm rot="-189770">
            <a:off x="713214" y="964857"/>
            <a:ext cx="3365727" cy="59881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861" name="Google Shape;3861;p56"/>
          <p:cNvSpPr txBox="1">
            <a:spLocks noGrp="1"/>
          </p:cNvSpPr>
          <p:nvPr>
            <p:ph type="subTitle" idx="1"/>
          </p:nvPr>
        </p:nvSpPr>
        <p:spPr>
          <a:xfrm>
            <a:off x="4188175" y="9649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3862" name="Google Shape;3862;p56"/>
          <p:cNvSpPr txBox="1">
            <a:spLocks noGrp="1"/>
          </p:cNvSpPr>
          <p:nvPr>
            <p:ph type="title" idx="2" hasCustomPrompt="1"/>
          </p:nvPr>
        </p:nvSpPr>
        <p:spPr>
          <a:xfrm rot="202042">
            <a:off x="713256" y="1924501"/>
            <a:ext cx="3365811" cy="598929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863" name="Google Shape;3863;p56"/>
          <p:cNvSpPr txBox="1">
            <a:spLocks noGrp="1"/>
          </p:cNvSpPr>
          <p:nvPr>
            <p:ph type="subTitle" idx="3"/>
          </p:nvPr>
        </p:nvSpPr>
        <p:spPr>
          <a:xfrm>
            <a:off x="4188175" y="19244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3864" name="Google Shape;3864;p56"/>
          <p:cNvSpPr txBox="1">
            <a:spLocks noGrp="1"/>
          </p:cNvSpPr>
          <p:nvPr>
            <p:ph type="title" idx="4" hasCustomPrompt="1"/>
          </p:nvPr>
        </p:nvSpPr>
        <p:spPr>
          <a:xfrm rot="-159396">
            <a:off x="713296" y="2884033"/>
            <a:ext cx="3365717" cy="59885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865" name="Google Shape;3865;p56"/>
          <p:cNvSpPr txBox="1">
            <a:spLocks noGrp="1"/>
          </p:cNvSpPr>
          <p:nvPr>
            <p:ph type="subTitle" idx="5"/>
          </p:nvPr>
        </p:nvSpPr>
        <p:spPr>
          <a:xfrm>
            <a:off x="4188175" y="28840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3866" name="Google Shape;3866;p56"/>
          <p:cNvSpPr txBox="1">
            <a:spLocks noGrp="1"/>
          </p:cNvSpPr>
          <p:nvPr>
            <p:ph type="title" idx="6" hasCustomPrompt="1"/>
          </p:nvPr>
        </p:nvSpPr>
        <p:spPr>
          <a:xfrm>
            <a:off x="713202" y="3843657"/>
            <a:ext cx="3365700" cy="598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867" name="Google Shape;3867;p56"/>
          <p:cNvSpPr txBox="1">
            <a:spLocks noGrp="1"/>
          </p:cNvSpPr>
          <p:nvPr>
            <p:ph type="subTitle" idx="7"/>
          </p:nvPr>
        </p:nvSpPr>
        <p:spPr>
          <a:xfrm>
            <a:off x="4188175" y="38435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3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9" name="Google Shape;3869;p5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0" name="Google Shape;3870;p5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71" name="Google Shape;3871;p5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872" name="Google Shape;3872;p5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873" name="Google Shape;3873;p5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5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5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5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5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5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5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5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5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5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5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5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5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5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5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5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5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5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5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5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5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5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5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5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5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5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5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5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5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5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5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5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5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5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5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5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5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5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5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5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5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5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5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5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5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5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5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5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5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5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5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5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5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5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5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5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5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5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5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5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5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5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935" name="Google Shape;3935;p5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5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37" name="Google Shape;3937;p57"/>
          <p:cNvSpPr txBox="1">
            <a:spLocks noGrp="1"/>
          </p:cNvSpPr>
          <p:nvPr>
            <p:ph type="subTitle" idx="1"/>
          </p:nvPr>
        </p:nvSpPr>
        <p:spPr>
          <a:xfrm>
            <a:off x="78942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938" name="Google Shape;3938;p57"/>
          <p:cNvSpPr txBox="1">
            <a:spLocks noGrp="1"/>
          </p:cNvSpPr>
          <p:nvPr>
            <p:ph type="subTitle" idx="2"/>
          </p:nvPr>
        </p:nvSpPr>
        <p:spPr>
          <a:xfrm>
            <a:off x="78942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939" name="Google Shape;3939;p5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940" name="Google Shape;3940;p57"/>
          <p:cNvSpPr txBox="1">
            <a:spLocks noGrp="1"/>
          </p:cNvSpPr>
          <p:nvPr>
            <p:ph type="title" idx="3" hasCustomPrompt="1"/>
          </p:nvPr>
        </p:nvSpPr>
        <p:spPr>
          <a:xfrm>
            <a:off x="132252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941" name="Google Shape;3941;p57"/>
          <p:cNvSpPr txBox="1">
            <a:spLocks noGrp="1"/>
          </p:cNvSpPr>
          <p:nvPr>
            <p:ph type="subTitle" idx="4"/>
          </p:nvPr>
        </p:nvSpPr>
        <p:spPr>
          <a:xfrm>
            <a:off x="3485400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942" name="Google Shape;3942;p57"/>
          <p:cNvSpPr txBox="1">
            <a:spLocks noGrp="1"/>
          </p:cNvSpPr>
          <p:nvPr>
            <p:ph type="subTitle" idx="5"/>
          </p:nvPr>
        </p:nvSpPr>
        <p:spPr>
          <a:xfrm>
            <a:off x="3485400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943" name="Google Shape;3943;p57"/>
          <p:cNvSpPr txBox="1">
            <a:spLocks noGrp="1"/>
          </p:cNvSpPr>
          <p:nvPr>
            <p:ph type="title" idx="6" hasCustomPrompt="1"/>
          </p:nvPr>
        </p:nvSpPr>
        <p:spPr>
          <a:xfrm>
            <a:off x="4018500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944" name="Google Shape;3944;p57"/>
          <p:cNvSpPr txBox="1">
            <a:spLocks noGrp="1"/>
          </p:cNvSpPr>
          <p:nvPr>
            <p:ph type="subTitle" idx="7"/>
          </p:nvPr>
        </p:nvSpPr>
        <p:spPr>
          <a:xfrm>
            <a:off x="618137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945" name="Google Shape;3945;p57"/>
          <p:cNvSpPr txBox="1">
            <a:spLocks noGrp="1"/>
          </p:cNvSpPr>
          <p:nvPr>
            <p:ph type="subTitle" idx="8"/>
          </p:nvPr>
        </p:nvSpPr>
        <p:spPr>
          <a:xfrm>
            <a:off x="618137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3946" name="Google Shape;3946;p57"/>
          <p:cNvSpPr txBox="1">
            <a:spLocks noGrp="1"/>
          </p:cNvSpPr>
          <p:nvPr>
            <p:ph type="title" idx="9" hasCustomPrompt="1"/>
          </p:nvPr>
        </p:nvSpPr>
        <p:spPr>
          <a:xfrm>
            <a:off x="671447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3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8" name="Google Shape;3948;p5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9" name="Google Shape;3949;p5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50" name="Google Shape;3950;p5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3951" name="Google Shape;3951;p5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3952" name="Google Shape;3952;p5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5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5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5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5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5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5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5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5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5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5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5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5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5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5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5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5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5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5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5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5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5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5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5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5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5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5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5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5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5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5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5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5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5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5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5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5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5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5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5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5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5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5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5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5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5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5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5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5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5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5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5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5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5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5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5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5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5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5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5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5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5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14" name="Google Shape;4014;p5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5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16" name="Google Shape;4016;p58"/>
          <p:cNvSpPr txBox="1">
            <a:spLocks noGrp="1"/>
          </p:cNvSpPr>
          <p:nvPr>
            <p:ph type="title"/>
          </p:nvPr>
        </p:nvSpPr>
        <p:spPr>
          <a:xfrm rot="232">
            <a:off x="713225" y="598497"/>
            <a:ext cx="4448100" cy="105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8500"/>
              <a:buNone/>
              <a:defRPr sz="8500">
                <a:solidFill>
                  <a:schemeClr val="accent5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017" name="Google Shape;4017;p58"/>
          <p:cNvSpPr txBox="1">
            <a:spLocks noGrp="1"/>
          </p:cNvSpPr>
          <p:nvPr>
            <p:ph type="subTitle" idx="1"/>
          </p:nvPr>
        </p:nvSpPr>
        <p:spPr>
          <a:xfrm>
            <a:off x="713225" y="1657350"/>
            <a:ext cx="4448100" cy="124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018" name="Google Shape;4018;p58"/>
          <p:cNvSpPr txBox="1"/>
          <p:nvPr/>
        </p:nvSpPr>
        <p:spPr>
          <a:xfrm>
            <a:off x="713225" y="404780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CREDITS: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This presentation template was created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includes icons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infographics &amp; images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</a:t>
            </a:r>
            <a:endParaRPr sz="1200" b="1" u="sng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4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0" name="Google Shape;4020;p59"/>
          <p:cNvSpPr/>
          <p:nvPr/>
        </p:nvSpPr>
        <p:spPr>
          <a:xfrm rot="-5400000">
            <a:off x="-2378866" y="2461240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1" name="Google Shape;4021;p59"/>
          <p:cNvSpPr/>
          <p:nvPr/>
        </p:nvSpPr>
        <p:spPr>
          <a:xfrm>
            <a:off x="2540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22" name="Google Shape;4022;p59"/>
          <p:cNvGrpSpPr/>
          <p:nvPr/>
        </p:nvGrpSpPr>
        <p:grpSpPr>
          <a:xfrm>
            <a:off x="321104" y="185277"/>
            <a:ext cx="8690579" cy="4806729"/>
            <a:chOff x="321104" y="185277"/>
            <a:chExt cx="8690579" cy="4806729"/>
          </a:xfrm>
        </p:grpSpPr>
        <p:grpSp>
          <p:nvGrpSpPr>
            <p:cNvPr id="4023" name="Google Shape;4023;p59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4024" name="Google Shape;4024;p59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4025" name="Google Shape;4025;p59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6" name="Google Shape;4026;p59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7" name="Google Shape;4027;p59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8" name="Google Shape;4028;p59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9" name="Google Shape;4029;p59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0" name="Google Shape;4030;p59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1" name="Google Shape;4031;p59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2" name="Google Shape;4032;p59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3" name="Google Shape;4033;p59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4" name="Google Shape;4034;p59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5" name="Google Shape;4035;p59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6" name="Google Shape;4036;p59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7" name="Google Shape;4037;p59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8" name="Google Shape;4038;p59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9" name="Google Shape;4039;p59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0" name="Google Shape;4040;p59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1" name="Google Shape;4041;p59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2" name="Google Shape;4042;p59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3" name="Google Shape;4043;p59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4" name="Google Shape;4044;p59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5" name="Google Shape;4045;p59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6" name="Google Shape;4046;p59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7" name="Google Shape;4047;p59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8" name="Google Shape;4048;p59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9" name="Google Shape;4049;p59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0" name="Google Shape;4050;p59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1" name="Google Shape;4051;p59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2" name="Google Shape;4052;p59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3" name="Google Shape;4053;p59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4" name="Google Shape;4054;p59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5" name="Google Shape;4055;p59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6" name="Google Shape;4056;p59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7" name="Google Shape;4057;p59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8" name="Google Shape;4058;p59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9" name="Google Shape;4059;p59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0" name="Google Shape;4060;p59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1" name="Google Shape;4061;p59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2" name="Google Shape;4062;p59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3" name="Google Shape;4063;p59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4" name="Google Shape;4064;p59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5" name="Google Shape;4065;p59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6" name="Google Shape;4066;p59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7" name="Google Shape;4067;p59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8" name="Google Shape;4068;p59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9" name="Google Shape;4069;p59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0" name="Google Shape;4070;p59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1" name="Google Shape;4071;p59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2" name="Google Shape;4072;p59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3" name="Google Shape;4073;p59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4" name="Google Shape;4074;p59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5" name="Google Shape;4075;p59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6" name="Google Shape;4076;p59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7" name="Google Shape;4077;p59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8" name="Google Shape;4078;p59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9" name="Google Shape;4079;p59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0" name="Google Shape;4080;p59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1" name="Google Shape;4081;p59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2" name="Google Shape;4082;p59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3" name="Google Shape;4083;p59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4" name="Google Shape;4084;p59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5" name="Google Shape;4085;p59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6" name="Google Shape;4086;p59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087" name="Google Shape;4087;p59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59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89" name="Google Shape;4089;p59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p60"/>
          <p:cNvSpPr/>
          <p:nvPr/>
        </p:nvSpPr>
        <p:spPr>
          <a:xfrm rot="5400000">
            <a:off x="6478539" y="2462065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2" name="Google Shape;4092;p60"/>
          <p:cNvSpPr/>
          <p:nvPr/>
        </p:nvSpPr>
        <p:spPr>
          <a:xfrm rot="10800000">
            <a:off x="326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93" name="Google Shape;4093;p60"/>
          <p:cNvGrpSpPr/>
          <p:nvPr/>
        </p:nvGrpSpPr>
        <p:grpSpPr>
          <a:xfrm rot="10800000">
            <a:off x="99717" y="185295"/>
            <a:ext cx="8690579" cy="4806729"/>
            <a:chOff x="321104" y="185277"/>
            <a:chExt cx="8690579" cy="4806729"/>
          </a:xfrm>
        </p:grpSpPr>
        <p:grpSp>
          <p:nvGrpSpPr>
            <p:cNvPr id="4094" name="Google Shape;4094;p60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4095" name="Google Shape;4095;p60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4096" name="Google Shape;4096;p60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7" name="Google Shape;4097;p60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8" name="Google Shape;4098;p60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9" name="Google Shape;4099;p60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0" name="Google Shape;4100;p60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1" name="Google Shape;4101;p60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2" name="Google Shape;4102;p60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3" name="Google Shape;4103;p60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4" name="Google Shape;4104;p60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5" name="Google Shape;4105;p60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6" name="Google Shape;4106;p60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7" name="Google Shape;4107;p60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8" name="Google Shape;4108;p60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9" name="Google Shape;4109;p60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0" name="Google Shape;4110;p60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1" name="Google Shape;4111;p60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2" name="Google Shape;4112;p60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3" name="Google Shape;4113;p60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4" name="Google Shape;4114;p60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5" name="Google Shape;4115;p60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6" name="Google Shape;4116;p60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7" name="Google Shape;4117;p60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8" name="Google Shape;4118;p60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9" name="Google Shape;4119;p60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0" name="Google Shape;4120;p60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1" name="Google Shape;4121;p60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2" name="Google Shape;4122;p60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3" name="Google Shape;4123;p60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4" name="Google Shape;4124;p60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5" name="Google Shape;4125;p60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6" name="Google Shape;4126;p60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7" name="Google Shape;4127;p60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8" name="Google Shape;4128;p60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9" name="Google Shape;4129;p60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0" name="Google Shape;4130;p60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1" name="Google Shape;4131;p60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2" name="Google Shape;4132;p60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3" name="Google Shape;4133;p60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4" name="Google Shape;4134;p60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5" name="Google Shape;4135;p60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6" name="Google Shape;4136;p60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7" name="Google Shape;4137;p60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8" name="Google Shape;4138;p60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9" name="Google Shape;4139;p60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0" name="Google Shape;4140;p60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1" name="Google Shape;4141;p60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2" name="Google Shape;4142;p60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3" name="Google Shape;4143;p60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4" name="Google Shape;4144;p60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5" name="Google Shape;4145;p60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6" name="Google Shape;4146;p60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7" name="Google Shape;4147;p60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8" name="Google Shape;4148;p60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9" name="Google Shape;4149;p60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0" name="Google Shape;4150;p60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1" name="Google Shape;4151;p60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2" name="Google Shape;4152;p60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3" name="Google Shape;4153;p60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4" name="Google Shape;4154;p60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5" name="Google Shape;4155;p60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6" name="Google Shape;4156;p60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7" name="Google Shape;4157;p60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158" name="Google Shape;4158;p60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9" name="Google Shape;4159;p60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60" name="Google Shape;4160;p60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4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65" name="Google Shape;4165;p62"/>
          <p:cNvGrpSpPr/>
          <p:nvPr/>
        </p:nvGrpSpPr>
        <p:grpSpPr>
          <a:xfrm>
            <a:off x="65100" y="0"/>
            <a:ext cx="9013800" cy="5095450"/>
            <a:chOff x="65100" y="0"/>
            <a:chExt cx="9013800" cy="5095450"/>
          </a:xfrm>
        </p:grpSpPr>
        <p:sp>
          <p:nvSpPr>
            <p:cNvPr id="4166" name="Google Shape;4166;p62"/>
            <p:cNvSpPr/>
            <p:nvPr/>
          </p:nvSpPr>
          <p:spPr>
            <a:xfrm>
              <a:off x="65100" y="0"/>
              <a:ext cx="9013484" cy="446985"/>
            </a:xfrm>
            <a:custGeom>
              <a:avLst/>
              <a:gdLst/>
              <a:ahLst/>
              <a:cxnLst/>
              <a:rect l="l" t="t" r="r" b="b"/>
              <a:pathLst>
                <a:path w="282311" h="14000" extrusionOk="0">
                  <a:moveTo>
                    <a:pt x="26218" y="0"/>
                  </a:moveTo>
                  <a:lnTo>
                    <a:pt x="24317" y="1619"/>
                  </a:lnTo>
                  <a:lnTo>
                    <a:pt x="26926" y="3358"/>
                  </a:lnTo>
                  <a:lnTo>
                    <a:pt x="26137" y="3743"/>
                  </a:lnTo>
                  <a:lnTo>
                    <a:pt x="25773" y="4673"/>
                  </a:lnTo>
                  <a:lnTo>
                    <a:pt x="26926" y="5725"/>
                  </a:lnTo>
                  <a:lnTo>
                    <a:pt x="26926" y="6049"/>
                  </a:lnTo>
                  <a:cubicBezTo>
                    <a:pt x="27655" y="6332"/>
                    <a:pt x="28160" y="7040"/>
                    <a:pt x="28160" y="7849"/>
                  </a:cubicBezTo>
                  <a:cubicBezTo>
                    <a:pt x="28160" y="8942"/>
                    <a:pt x="27270" y="9832"/>
                    <a:pt x="26178" y="9832"/>
                  </a:cubicBezTo>
                  <a:cubicBezTo>
                    <a:pt x="25106" y="9832"/>
                    <a:pt x="24215" y="8942"/>
                    <a:pt x="24215" y="7849"/>
                  </a:cubicBezTo>
                  <a:cubicBezTo>
                    <a:pt x="24215" y="7121"/>
                    <a:pt x="24620" y="6494"/>
                    <a:pt x="25227" y="6150"/>
                  </a:cubicBezTo>
                  <a:lnTo>
                    <a:pt x="24741" y="6069"/>
                  </a:lnTo>
                  <a:lnTo>
                    <a:pt x="24782" y="5725"/>
                  </a:lnTo>
                  <a:lnTo>
                    <a:pt x="25490" y="5725"/>
                  </a:lnTo>
                  <a:lnTo>
                    <a:pt x="25490" y="5037"/>
                  </a:lnTo>
                  <a:lnTo>
                    <a:pt x="22698" y="2853"/>
                  </a:lnTo>
                  <a:lnTo>
                    <a:pt x="19401" y="2853"/>
                  </a:lnTo>
                  <a:lnTo>
                    <a:pt x="19016" y="3116"/>
                  </a:lnTo>
                  <a:lnTo>
                    <a:pt x="19482" y="4046"/>
                  </a:lnTo>
                  <a:lnTo>
                    <a:pt x="19482" y="4936"/>
                  </a:lnTo>
                  <a:lnTo>
                    <a:pt x="19016" y="5563"/>
                  </a:lnTo>
                  <a:lnTo>
                    <a:pt x="19016" y="5867"/>
                  </a:lnTo>
                  <a:lnTo>
                    <a:pt x="19077" y="5887"/>
                  </a:lnTo>
                  <a:lnTo>
                    <a:pt x="19097" y="5887"/>
                  </a:lnTo>
                  <a:cubicBezTo>
                    <a:pt x="20169" y="5887"/>
                    <a:pt x="21060" y="6777"/>
                    <a:pt x="21060" y="7849"/>
                  </a:cubicBezTo>
                  <a:cubicBezTo>
                    <a:pt x="21060" y="8942"/>
                    <a:pt x="20169" y="9832"/>
                    <a:pt x="19097" y="9832"/>
                  </a:cubicBezTo>
                  <a:cubicBezTo>
                    <a:pt x="18005" y="9832"/>
                    <a:pt x="17115" y="8942"/>
                    <a:pt x="17115" y="7849"/>
                  </a:cubicBezTo>
                  <a:cubicBezTo>
                    <a:pt x="17115" y="7364"/>
                    <a:pt x="17317" y="6899"/>
                    <a:pt x="17620" y="6555"/>
                  </a:cubicBezTo>
                  <a:lnTo>
                    <a:pt x="17620" y="6555"/>
                  </a:lnTo>
                  <a:lnTo>
                    <a:pt x="17560" y="6575"/>
                  </a:lnTo>
                  <a:lnTo>
                    <a:pt x="17641" y="6534"/>
                  </a:lnTo>
                  <a:cubicBezTo>
                    <a:pt x="17802" y="6373"/>
                    <a:pt x="17964" y="6231"/>
                    <a:pt x="18167" y="6130"/>
                  </a:cubicBezTo>
                  <a:lnTo>
                    <a:pt x="17802" y="5361"/>
                  </a:lnTo>
                  <a:lnTo>
                    <a:pt x="17054" y="5219"/>
                  </a:lnTo>
                  <a:lnTo>
                    <a:pt x="17054" y="3338"/>
                  </a:lnTo>
                  <a:lnTo>
                    <a:pt x="16467" y="2853"/>
                  </a:lnTo>
                  <a:lnTo>
                    <a:pt x="13777" y="2853"/>
                  </a:lnTo>
                  <a:lnTo>
                    <a:pt x="13777" y="4107"/>
                  </a:lnTo>
                  <a:lnTo>
                    <a:pt x="12988" y="4107"/>
                  </a:lnTo>
                  <a:lnTo>
                    <a:pt x="12988" y="4633"/>
                  </a:lnTo>
                  <a:lnTo>
                    <a:pt x="13372" y="5139"/>
                  </a:lnTo>
                  <a:lnTo>
                    <a:pt x="12806" y="6130"/>
                  </a:lnTo>
                  <a:cubicBezTo>
                    <a:pt x="13493" y="6433"/>
                    <a:pt x="13959" y="7121"/>
                    <a:pt x="13959" y="7910"/>
                  </a:cubicBezTo>
                  <a:cubicBezTo>
                    <a:pt x="13959" y="9002"/>
                    <a:pt x="13089" y="9893"/>
                    <a:pt x="11996" y="9893"/>
                  </a:cubicBezTo>
                  <a:cubicBezTo>
                    <a:pt x="10904" y="9893"/>
                    <a:pt x="10034" y="9002"/>
                    <a:pt x="10034" y="7910"/>
                  </a:cubicBezTo>
                  <a:cubicBezTo>
                    <a:pt x="10034" y="6979"/>
                    <a:pt x="10681" y="6211"/>
                    <a:pt x="11531" y="6008"/>
                  </a:cubicBezTo>
                  <a:lnTo>
                    <a:pt x="11025" y="5179"/>
                  </a:lnTo>
                  <a:lnTo>
                    <a:pt x="11572" y="3925"/>
                  </a:lnTo>
                  <a:lnTo>
                    <a:pt x="11531" y="2853"/>
                  </a:lnTo>
                  <a:lnTo>
                    <a:pt x="10924" y="1902"/>
                  </a:lnTo>
                  <a:lnTo>
                    <a:pt x="9104" y="2327"/>
                  </a:lnTo>
                  <a:lnTo>
                    <a:pt x="9913" y="2853"/>
                  </a:lnTo>
                  <a:lnTo>
                    <a:pt x="5300" y="2853"/>
                  </a:lnTo>
                  <a:lnTo>
                    <a:pt x="4835" y="3176"/>
                  </a:lnTo>
                  <a:lnTo>
                    <a:pt x="5300" y="4107"/>
                  </a:lnTo>
                  <a:lnTo>
                    <a:pt x="5300" y="4997"/>
                  </a:lnTo>
                  <a:lnTo>
                    <a:pt x="4835" y="5624"/>
                  </a:lnTo>
                  <a:lnTo>
                    <a:pt x="4835" y="5928"/>
                  </a:lnTo>
                  <a:lnTo>
                    <a:pt x="4896" y="5948"/>
                  </a:lnTo>
                  <a:cubicBezTo>
                    <a:pt x="5988" y="5948"/>
                    <a:pt x="6858" y="6838"/>
                    <a:pt x="6858" y="7910"/>
                  </a:cubicBezTo>
                  <a:cubicBezTo>
                    <a:pt x="6858" y="9002"/>
                    <a:pt x="5988" y="9893"/>
                    <a:pt x="4896" y="9893"/>
                  </a:cubicBezTo>
                  <a:cubicBezTo>
                    <a:pt x="3803" y="9893"/>
                    <a:pt x="2933" y="9002"/>
                    <a:pt x="2933" y="7910"/>
                  </a:cubicBezTo>
                  <a:cubicBezTo>
                    <a:pt x="2933" y="7425"/>
                    <a:pt x="3115" y="6959"/>
                    <a:pt x="3439" y="6615"/>
                  </a:cubicBezTo>
                  <a:lnTo>
                    <a:pt x="3378" y="6615"/>
                  </a:lnTo>
                  <a:lnTo>
                    <a:pt x="3459" y="6595"/>
                  </a:lnTo>
                  <a:cubicBezTo>
                    <a:pt x="3601" y="6433"/>
                    <a:pt x="3783" y="6292"/>
                    <a:pt x="3985" y="6191"/>
                  </a:cubicBezTo>
                  <a:lnTo>
                    <a:pt x="3621" y="5402"/>
                  </a:lnTo>
                  <a:lnTo>
                    <a:pt x="2873" y="5280"/>
                  </a:lnTo>
                  <a:lnTo>
                    <a:pt x="2873" y="3399"/>
                  </a:lnTo>
                  <a:lnTo>
                    <a:pt x="1679" y="1801"/>
                  </a:lnTo>
                  <a:lnTo>
                    <a:pt x="1153" y="2853"/>
                  </a:lnTo>
                  <a:lnTo>
                    <a:pt x="0" y="2853"/>
                  </a:lnTo>
                  <a:lnTo>
                    <a:pt x="0" y="13999"/>
                  </a:lnTo>
                  <a:lnTo>
                    <a:pt x="282311" y="13999"/>
                  </a:lnTo>
                  <a:lnTo>
                    <a:pt x="282311" y="2853"/>
                  </a:lnTo>
                  <a:lnTo>
                    <a:pt x="278103" y="2853"/>
                  </a:lnTo>
                  <a:lnTo>
                    <a:pt x="277193" y="749"/>
                  </a:lnTo>
                  <a:lnTo>
                    <a:pt x="276525" y="2428"/>
                  </a:lnTo>
                  <a:lnTo>
                    <a:pt x="278265" y="4896"/>
                  </a:lnTo>
                  <a:lnTo>
                    <a:pt x="277779" y="5826"/>
                  </a:lnTo>
                  <a:lnTo>
                    <a:pt x="277840" y="5847"/>
                  </a:lnTo>
                  <a:lnTo>
                    <a:pt x="277860" y="5847"/>
                  </a:lnTo>
                  <a:cubicBezTo>
                    <a:pt x="278002" y="5847"/>
                    <a:pt x="278123" y="5867"/>
                    <a:pt x="278265" y="5887"/>
                  </a:cubicBezTo>
                  <a:cubicBezTo>
                    <a:pt x="278326" y="5907"/>
                    <a:pt x="278386" y="5907"/>
                    <a:pt x="278447" y="5928"/>
                  </a:cubicBezTo>
                  <a:cubicBezTo>
                    <a:pt x="278568" y="5968"/>
                    <a:pt x="278690" y="6029"/>
                    <a:pt x="278791" y="6089"/>
                  </a:cubicBezTo>
                  <a:cubicBezTo>
                    <a:pt x="279418" y="6413"/>
                    <a:pt x="279823" y="7060"/>
                    <a:pt x="279823" y="7809"/>
                  </a:cubicBezTo>
                  <a:cubicBezTo>
                    <a:pt x="279823" y="8557"/>
                    <a:pt x="279418" y="9205"/>
                    <a:pt x="278791" y="9549"/>
                  </a:cubicBezTo>
                  <a:cubicBezTo>
                    <a:pt x="278690" y="9609"/>
                    <a:pt x="278568" y="9650"/>
                    <a:pt x="278447" y="9690"/>
                  </a:cubicBezTo>
                  <a:cubicBezTo>
                    <a:pt x="278386" y="9710"/>
                    <a:pt x="278326" y="9731"/>
                    <a:pt x="278265" y="9731"/>
                  </a:cubicBezTo>
                  <a:cubicBezTo>
                    <a:pt x="278123" y="9771"/>
                    <a:pt x="278002" y="9771"/>
                    <a:pt x="277860" y="9771"/>
                  </a:cubicBezTo>
                  <a:cubicBezTo>
                    <a:pt x="277658" y="9771"/>
                    <a:pt x="277456" y="9751"/>
                    <a:pt x="277274" y="9690"/>
                  </a:cubicBezTo>
                  <a:cubicBezTo>
                    <a:pt x="276485" y="9447"/>
                    <a:pt x="275898" y="8699"/>
                    <a:pt x="275898" y="7809"/>
                  </a:cubicBezTo>
                  <a:cubicBezTo>
                    <a:pt x="275898" y="7688"/>
                    <a:pt x="275898" y="7566"/>
                    <a:pt x="275938" y="7445"/>
                  </a:cubicBezTo>
                  <a:cubicBezTo>
                    <a:pt x="275999" y="7101"/>
                    <a:pt x="276161" y="6777"/>
                    <a:pt x="276383" y="6514"/>
                  </a:cubicBezTo>
                  <a:lnTo>
                    <a:pt x="276343" y="6514"/>
                  </a:lnTo>
                  <a:lnTo>
                    <a:pt x="276424" y="6494"/>
                  </a:lnTo>
                  <a:cubicBezTo>
                    <a:pt x="276485" y="6413"/>
                    <a:pt x="276566" y="6332"/>
                    <a:pt x="276667" y="6271"/>
                  </a:cubicBezTo>
                  <a:cubicBezTo>
                    <a:pt x="276748" y="6191"/>
                    <a:pt x="276849" y="6130"/>
                    <a:pt x="276930" y="6089"/>
                  </a:cubicBezTo>
                  <a:lnTo>
                    <a:pt x="276566" y="5300"/>
                  </a:lnTo>
                  <a:lnTo>
                    <a:pt x="275837" y="5159"/>
                  </a:lnTo>
                  <a:lnTo>
                    <a:pt x="275837" y="3298"/>
                  </a:lnTo>
                  <a:lnTo>
                    <a:pt x="275291" y="2853"/>
                  </a:lnTo>
                  <a:lnTo>
                    <a:pt x="272540" y="2853"/>
                  </a:lnTo>
                  <a:lnTo>
                    <a:pt x="272540" y="4006"/>
                  </a:lnTo>
                  <a:lnTo>
                    <a:pt x="271751" y="4006"/>
                  </a:lnTo>
                  <a:lnTo>
                    <a:pt x="271751" y="4511"/>
                  </a:lnTo>
                  <a:lnTo>
                    <a:pt x="272155" y="5037"/>
                  </a:lnTo>
                  <a:lnTo>
                    <a:pt x="271751" y="5442"/>
                  </a:lnTo>
                  <a:lnTo>
                    <a:pt x="272742" y="5847"/>
                  </a:lnTo>
                  <a:lnTo>
                    <a:pt x="271589" y="6029"/>
                  </a:lnTo>
                  <a:cubicBezTo>
                    <a:pt x="271751" y="6110"/>
                    <a:pt x="271913" y="6211"/>
                    <a:pt x="272054" y="6332"/>
                  </a:cubicBezTo>
                  <a:cubicBezTo>
                    <a:pt x="272459" y="6676"/>
                    <a:pt x="272742" y="7222"/>
                    <a:pt x="272742" y="7809"/>
                  </a:cubicBezTo>
                  <a:cubicBezTo>
                    <a:pt x="272742" y="8760"/>
                    <a:pt x="272054" y="9549"/>
                    <a:pt x="271164" y="9731"/>
                  </a:cubicBezTo>
                  <a:cubicBezTo>
                    <a:pt x="271043" y="9771"/>
                    <a:pt x="270901" y="9771"/>
                    <a:pt x="270760" y="9771"/>
                  </a:cubicBezTo>
                  <a:lnTo>
                    <a:pt x="270557" y="9771"/>
                  </a:lnTo>
                  <a:cubicBezTo>
                    <a:pt x="269910" y="9710"/>
                    <a:pt x="269343" y="9306"/>
                    <a:pt x="269040" y="8760"/>
                  </a:cubicBezTo>
                  <a:cubicBezTo>
                    <a:pt x="268878" y="8476"/>
                    <a:pt x="268797" y="8153"/>
                    <a:pt x="268797" y="7809"/>
                  </a:cubicBezTo>
                  <a:cubicBezTo>
                    <a:pt x="268797" y="7121"/>
                    <a:pt x="269161" y="6514"/>
                    <a:pt x="269708" y="6150"/>
                  </a:cubicBezTo>
                  <a:cubicBezTo>
                    <a:pt x="269890" y="6049"/>
                    <a:pt x="270092" y="5948"/>
                    <a:pt x="270314" y="5907"/>
                  </a:cubicBezTo>
                  <a:lnTo>
                    <a:pt x="269788" y="5078"/>
                  </a:lnTo>
                  <a:lnTo>
                    <a:pt x="270355" y="3824"/>
                  </a:lnTo>
                  <a:lnTo>
                    <a:pt x="270314" y="2853"/>
                  </a:lnTo>
                  <a:lnTo>
                    <a:pt x="266531" y="2853"/>
                  </a:lnTo>
                  <a:lnTo>
                    <a:pt x="265115" y="1437"/>
                  </a:lnTo>
                  <a:lnTo>
                    <a:pt x="264792" y="2145"/>
                  </a:lnTo>
                  <a:lnTo>
                    <a:pt x="264043" y="2145"/>
                  </a:lnTo>
                  <a:lnTo>
                    <a:pt x="262566" y="4248"/>
                  </a:lnTo>
                  <a:lnTo>
                    <a:pt x="263962" y="5867"/>
                  </a:lnTo>
                  <a:lnTo>
                    <a:pt x="263942" y="5867"/>
                  </a:lnTo>
                  <a:cubicBezTo>
                    <a:pt x="264893" y="6008"/>
                    <a:pt x="265641" y="6818"/>
                    <a:pt x="265641" y="7809"/>
                  </a:cubicBezTo>
                  <a:cubicBezTo>
                    <a:pt x="265641" y="8760"/>
                    <a:pt x="264974" y="9549"/>
                    <a:pt x="264063" y="9731"/>
                  </a:cubicBezTo>
                  <a:cubicBezTo>
                    <a:pt x="263942" y="9771"/>
                    <a:pt x="263800" y="9771"/>
                    <a:pt x="263679" y="9771"/>
                  </a:cubicBezTo>
                  <a:lnTo>
                    <a:pt x="263477" y="9771"/>
                  </a:lnTo>
                  <a:cubicBezTo>
                    <a:pt x="263335" y="9751"/>
                    <a:pt x="263214" y="9731"/>
                    <a:pt x="263092" y="9690"/>
                  </a:cubicBezTo>
                  <a:cubicBezTo>
                    <a:pt x="263032" y="9670"/>
                    <a:pt x="262971" y="9650"/>
                    <a:pt x="262910" y="9630"/>
                  </a:cubicBezTo>
                  <a:cubicBezTo>
                    <a:pt x="262202" y="9326"/>
                    <a:pt x="261696" y="8618"/>
                    <a:pt x="261696" y="7809"/>
                  </a:cubicBezTo>
                  <a:cubicBezTo>
                    <a:pt x="261696" y="7445"/>
                    <a:pt x="261818" y="7101"/>
                    <a:pt x="261980" y="6797"/>
                  </a:cubicBezTo>
                  <a:cubicBezTo>
                    <a:pt x="262040" y="6716"/>
                    <a:pt x="262121" y="6615"/>
                    <a:pt x="262202" y="6534"/>
                  </a:cubicBezTo>
                  <a:lnTo>
                    <a:pt x="262182" y="6534"/>
                  </a:lnTo>
                  <a:lnTo>
                    <a:pt x="262121" y="5644"/>
                  </a:lnTo>
                  <a:lnTo>
                    <a:pt x="261474" y="5442"/>
                  </a:lnTo>
                  <a:lnTo>
                    <a:pt x="261474" y="3864"/>
                  </a:lnTo>
                  <a:lnTo>
                    <a:pt x="261939" y="3864"/>
                  </a:lnTo>
                  <a:lnTo>
                    <a:pt x="261939" y="2853"/>
                  </a:lnTo>
                  <a:lnTo>
                    <a:pt x="258864" y="2853"/>
                  </a:lnTo>
                  <a:lnTo>
                    <a:pt x="257792" y="3945"/>
                  </a:lnTo>
                  <a:lnTo>
                    <a:pt x="257792" y="6049"/>
                  </a:lnTo>
                  <a:lnTo>
                    <a:pt x="257529" y="6110"/>
                  </a:lnTo>
                  <a:cubicBezTo>
                    <a:pt x="258136" y="6433"/>
                    <a:pt x="258541" y="7081"/>
                    <a:pt x="258541" y="7809"/>
                  </a:cubicBezTo>
                  <a:cubicBezTo>
                    <a:pt x="258541" y="8618"/>
                    <a:pt x="258055" y="9326"/>
                    <a:pt x="257347" y="9630"/>
                  </a:cubicBezTo>
                  <a:cubicBezTo>
                    <a:pt x="257286" y="9650"/>
                    <a:pt x="257226" y="9670"/>
                    <a:pt x="257165" y="9690"/>
                  </a:cubicBezTo>
                  <a:cubicBezTo>
                    <a:pt x="257044" y="9731"/>
                    <a:pt x="256902" y="9751"/>
                    <a:pt x="256781" y="9771"/>
                  </a:cubicBezTo>
                  <a:lnTo>
                    <a:pt x="256376" y="9771"/>
                  </a:lnTo>
                  <a:cubicBezTo>
                    <a:pt x="256234" y="9751"/>
                    <a:pt x="256113" y="9731"/>
                    <a:pt x="255992" y="9690"/>
                  </a:cubicBezTo>
                  <a:cubicBezTo>
                    <a:pt x="255931" y="9670"/>
                    <a:pt x="255870" y="9650"/>
                    <a:pt x="255809" y="9630"/>
                  </a:cubicBezTo>
                  <a:cubicBezTo>
                    <a:pt x="255101" y="9326"/>
                    <a:pt x="254616" y="8618"/>
                    <a:pt x="254616" y="7809"/>
                  </a:cubicBezTo>
                  <a:cubicBezTo>
                    <a:pt x="254616" y="7303"/>
                    <a:pt x="254798" y="6838"/>
                    <a:pt x="255122" y="6494"/>
                  </a:cubicBezTo>
                  <a:lnTo>
                    <a:pt x="256983" y="4491"/>
                  </a:lnTo>
                  <a:lnTo>
                    <a:pt x="257509" y="2832"/>
                  </a:lnTo>
                  <a:lnTo>
                    <a:pt x="254474" y="1437"/>
                  </a:lnTo>
                  <a:lnTo>
                    <a:pt x="254009" y="2832"/>
                  </a:lnTo>
                  <a:lnTo>
                    <a:pt x="254009" y="2853"/>
                  </a:lnTo>
                  <a:lnTo>
                    <a:pt x="250226" y="2853"/>
                  </a:lnTo>
                  <a:lnTo>
                    <a:pt x="250226" y="3318"/>
                  </a:lnTo>
                  <a:lnTo>
                    <a:pt x="249437" y="3702"/>
                  </a:lnTo>
                  <a:lnTo>
                    <a:pt x="249073" y="4633"/>
                  </a:lnTo>
                  <a:lnTo>
                    <a:pt x="250226" y="5685"/>
                  </a:lnTo>
                  <a:lnTo>
                    <a:pt x="250226" y="5988"/>
                  </a:lnTo>
                  <a:cubicBezTo>
                    <a:pt x="250327" y="6029"/>
                    <a:pt x="250408" y="6069"/>
                    <a:pt x="250489" y="6130"/>
                  </a:cubicBezTo>
                  <a:cubicBezTo>
                    <a:pt x="250651" y="6231"/>
                    <a:pt x="250813" y="6352"/>
                    <a:pt x="250934" y="6474"/>
                  </a:cubicBezTo>
                  <a:cubicBezTo>
                    <a:pt x="251258" y="6838"/>
                    <a:pt x="251460" y="7303"/>
                    <a:pt x="251460" y="7809"/>
                  </a:cubicBezTo>
                  <a:cubicBezTo>
                    <a:pt x="251460" y="8011"/>
                    <a:pt x="251420" y="8213"/>
                    <a:pt x="251359" y="8396"/>
                  </a:cubicBezTo>
                  <a:cubicBezTo>
                    <a:pt x="251318" y="8517"/>
                    <a:pt x="251278" y="8638"/>
                    <a:pt x="251217" y="8760"/>
                  </a:cubicBezTo>
                  <a:cubicBezTo>
                    <a:pt x="251096" y="8982"/>
                    <a:pt x="250934" y="9164"/>
                    <a:pt x="250732" y="9326"/>
                  </a:cubicBezTo>
                  <a:cubicBezTo>
                    <a:pt x="250388" y="9609"/>
                    <a:pt x="249963" y="9771"/>
                    <a:pt x="249477" y="9771"/>
                  </a:cubicBezTo>
                  <a:cubicBezTo>
                    <a:pt x="248871" y="9771"/>
                    <a:pt x="248324" y="9508"/>
                    <a:pt x="247960" y="9063"/>
                  </a:cubicBezTo>
                  <a:cubicBezTo>
                    <a:pt x="247920" y="9023"/>
                    <a:pt x="247879" y="8962"/>
                    <a:pt x="247859" y="8922"/>
                  </a:cubicBezTo>
                  <a:cubicBezTo>
                    <a:pt x="247778" y="8800"/>
                    <a:pt x="247717" y="8699"/>
                    <a:pt x="247677" y="8578"/>
                  </a:cubicBezTo>
                  <a:cubicBezTo>
                    <a:pt x="247576" y="8335"/>
                    <a:pt x="247515" y="8092"/>
                    <a:pt x="247515" y="7809"/>
                  </a:cubicBezTo>
                  <a:cubicBezTo>
                    <a:pt x="247515" y="7728"/>
                    <a:pt x="247515" y="7627"/>
                    <a:pt x="247535" y="7546"/>
                  </a:cubicBezTo>
                  <a:cubicBezTo>
                    <a:pt x="247576" y="7182"/>
                    <a:pt x="247738" y="6858"/>
                    <a:pt x="247940" y="6595"/>
                  </a:cubicBezTo>
                  <a:cubicBezTo>
                    <a:pt x="248102" y="6393"/>
                    <a:pt x="248304" y="6231"/>
                    <a:pt x="248527" y="6110"/>
                  </a:cubicBezTo>
                  <a:lnTo>
                    <a:pt x="248041" y="6029"/>
                  </a:lnTo>
                  <a:lnTo>
                    <a:pt x="248082" y="5685"/>
                  </a:lnTo>
                  <a:lnTo>
                    <a:pt x="248790" y="5685"/>
                  </a:lnTo>
                  <a:lnTo>
                    <a:pt x="248790" y="4997"/>
                  </a:lnTo>
                  <a:lnTo>
                    <a:pt x="247151" y="1194"/>
                  </a:lnTo>
                  <a:lnTo>
                    <a:pt x="246059" y="2853"/>
                  </a:lnTo>
                  <a:lnTo>
                    <a:pt x="242640" y="2853"/>
                  </a:lnTo>
                  <a:lnTo>
                    <a:pt x="242316" y="3075"/>
                  </a:lnTo>
                  <a:lnTo>
                    <a:pt x="242781" y="4006"/>
                  </a:lnTo>
                  <a:lnTo>
                    <a:pt x="242781" y="4896"/>
                  </a:lnTo>
                  <a:lnTo>
                    <a:pt x="242316" y="5523"/>
                  </a:lnTo>
                  <a:lnTo>
                    <a:pt x="242316" y="5826"/>
                  </a:lnTo>
                  <a:lnTo>
                    <a:pt x="242377" y="5847"/>
                  </a:lnTo>
                  <a:lnTo>
                    <a:pt x="242397" y="5847"/>
                  </a:lnTo>
                  <a:cubicBezTo>
                    <a:pt x="242518" y="5847"/>
                    <a:pt x="242660" y="5867"/>
                    <a:pt x="242781" y="5887"/>
                  </a:cubicBezTo>
                  <a:cubicBezTo>
                    <a:pt x="242842" y="5907"/>
                    <a:pt x="242903" y="5907"/>
                    <a:pt x="242963" y="5928"/>
                  </a:cubicBezTo>
                  <a:cubicBezTo>
                    <a:pt x="243105" y="5968"/>
                    <a:pt x="243206" y="6029"/>
                    <a:pt x="243328" y="6089"/>
                  </a:cubicBezTo>
                  <a:cubicBezTo>
                    <a:pt x="243934" y="6413"/>
                    <a:pt x="244359" y="7060"/>
                    <a:pt x="244359" y="7809"/>
                  </a:cubicBezTo>
                  <a:cubicBezTo>
                    <a:pt x="244359" y="8557"/>
                    <a:pt x="243934" y="9205"/>
                    <a:pt x="243328" y="9549"/>
                  </a:cubicBezTo>
                  <a:cubicBezTo>
                    <a:pt x="243206" y="9609"/>
                    <a:pt x="243105" y="9650"/>
                    <a:pt x="242963" y="9690"/>
                  </a:cubicBezTo>
                  <a:cubicBezTo>
                    <a:pt x="242903" y="9710"/>
                    <a:pt x="242842" y="9731"/>
                    <a:pt x="242781" y="9731"/>
                  </a:cubicBezTo>
                  <a:cubicBezTo>
                    <a:pt x="242660" y="9771"/>
                    <a:pt x="242518" y="9771"/>
                    <a:pt x="242397" y="9771"/>
                  </a:cubicBezTo>
                  <a:cubicBezTo>
                    <a:pt x="242174" y="9771"/>
                    <a:pt x="241992" y="9751"/>
                    <a:pt x="241810" y="9690"/>
                  </a:cubicBezTo>
                  <a:cubicBezTo>
                    <a:pt x="241001" y="9447"/>
                    <a:pt x="240414" y="8699"/>
                    <a:pt x="240414" y="7809"/>
                  </a:cubicBezTo>
                  <a:cubicBezTo>
                    <a:pt x="240414" y="7566"/>
                    <a:pt x="240475" y="7323"/>
                    <a:pt x="240556" y="7101"/>
                  </a:cubicBezTo>
                  <a:cubicBezTo>
                    <a:pt x="240637" y="6878"/>
                    <a:pt x="240758" y="6696"/>
                    <a:pt x="240920" y="6514"/>
                  </a:cubicBezTo>
                  <a:lnTo>
                    <a:pt x="240859" y="6514"/>
                  </a:lnTo>
                  <a:lnTo>
                    <a:pt x="240940" y="6494"/>
                  </a:lnTo>
                  <a:cubicBezTo>
                    <a:pt x="241021" y="6413"/>
                    <a:pt x="241102" y="6332"/>
                    <a:pt x="241183" y="6271"/>
                  </a:cubicBezTo>
                  <a:cubicBezTo>
                    <a:pt x="241264" y="6191"/>
                    <a:pt x="241365" y="6130"/>
                    <a:pt x="241466" y="6089"/>
                  </a:cubicBezTo>
                  <a:lnTo>
                    <a:pt x="241102" y="5300"/>
                  </a:lnTo>
                  <a:lnTo>
                    <a:pt x="240354" y="5159"/>
                  </a:lnTo>
                  <a:lnTo>
                    <a:pt x="240354" y="3298"/>
                  </a:lnTo>
                  <a:lnTo>
                    <a:pt x="239828" y="2853"/>
                  </a:lnTo>
                  <a:lnTo>
                    <a:pt x="237076" y="2853"/>
                  </a:lnTo>
                  <a:lnTo>
                    <a:pt x="237076" y="4006"/>
                  </a:lnTo>
                  <a:lnTo>
                    <a:pt x="236287" y="4006"/>
                  </a:lnTo>
                  <a:lnTo>
                    <a:pt x="236287" y="4511"/>
                  </a:lnTo>
                  <a:lnTo>
                    <a:pt x="236672" y="5037"/>
                  </a:lnTo>
                  <a:lnTo>
                    <a:pt x="236550" y="5786"/>
                  </a:lnTo>
                  <a:lnTo>
                    <a:pt x="236105" y="6029"/>
                  </a:lnTo>
                  <a:cubicBezTo>
                    <a:pt x="236368" y="6150"/>
                    <a:pt x="236591" y="6312"/>
                    <a:pt x="236773" y="6514"/>
                  </a:cubicBezTo>
                  <a:cubicBezTo>
                    <a:pt x="237076" y="6858"/>
                    <a:pt x="237258" y="7323"/>
                    <a:pt x="237258" y="7809"/>
                  </a:cubicBezTo>
                  <a:cubicBezTo>
                    <a:pt x="237258" y="8699"/>
                    <a:pt x="236672" y="9447"/>
                    <a:pt x="235883" y="9690"/>
                  </a:cubicBezTo>
                  <a:cubicBezTo>
                    <a:pt x="235701" y="9751"/>
                    <a:pt x="235498" y="9771"/>
                    <a:pt x="235296" y="9771"/>
                  </a:cubicBezTo>
                  <a:cubicBezTo>
                    <a:pt x="234952" y="9771"/>
                    <a:pt x="234629" y="9690"/>
                    <a:pt x="234345" y="9549"/>
                  </a:cubicBezTo>
                  <a:cubicBezTo>
                    <a:pt x="233738" y="9205"/>
                    <a:pt x="233334" y="8557"/>
                    <a:pt x="233334" y="7809"/>
                  </a:cubicBezTo>
                  <a:cubicBezTo>
                    <a:pt x="233334" y="6878"/>
                    <a:pt x="233981" y="6110"/>
                    <a:pt x="234831" y="5907"/>
                  </a:cubicBezTo>
                  <a:lnTo>
                    <a:pt x="234325" y="5078"/>
                  </a:lnTo>
                  <a:lnTo>
                    <a:pt x="234871" y="3824"/>
                  </a:lnTo>
                  <a:lnTo>
                    <a:pt x="234831" y="2853"/>
                  </a:lnTo>
                  <a:lnTo>
                    <a:pt x="227487" y="2853"/>
                  </a:lnTo>
                  <a:lnTo>
                    <a:pt x="227487" y="3601"/>
                  </a:lnTo>
                  <a:lnTo>
                    <a:pt x="228317" y="4350"/>
                  </a:lnTo>
                  <a:lnTo>
                    <a:pt x="228317" y="5240"/>
                  </a:lnTo>
                  <a:lnTo>
                    <a:pt x="228863" y="5968"/>
                  </a:lnTo>
                  <a:cubicBezTo>
                    <a:pt x="229126" y="6069"/>
                    <a:pt x="229369" y="6211"/>
                    <a:pt x="229551" y="6393"/>
                  </a:cubicBezTo>
                  <a:cubicBezTo>
                    <a:pt x="229753" y="6595"/>
                    <a:pt x="229915" y="6818"/>
                    <a:pt x="230016" y="7081"/>
                  </a:cubicBezTo>
                  <a:cubicBezTo>
                    <a:pt x="230117" y="7323"/>
                    <a:pt x="230178" y="7586"/>
                    <a:pt x="230178" y="7849"/>
                  </a:cubicBezTo>
                  <a:cubicBezTo>
                    <a:pt x="230178" y="8881"/>
                    <a:pt x="229409" y="9710"/>
                    <a:pt x="228418" y="9812"/>
                  </a:cubicBezTo>
                  <a:cubicBezTo>
                    <a:pt x="228357" y="9832"/>
                    <a:pt x="228276" y="9832"/>
                    <a:pt x="228216" y="9832"/>
                  </a:cubicBezTo>
                  <a:cubicBezTo>
                    <a:pt x="228114" y="9832"/>
                    <a:pt x="228013" y="9812"/>
                    <a:pt x="227912" y="9812"/>
                  </a:cubicBezTo>
                  <a:cubicBezTo>
                    <a:pt x="227710" y="9771"/>
                    <a:pt x="227528" y="9710"/>
                    <a:pt x="227346" y="9630"/>
                  </a:cubicBezTo>
                  <a:cubicBezTo>
                    <a:pt x="227103" y="9508"/>
                    <a:pt x="226860" y="9326"/>
                    <a:pt x="226678" y="9083"/>
                  </a:cubicBezTo>
                  <a:cubicBezTo>
                    <a:pt x="226577" y="8942"/>
                    <a:pt x="226476" y="8780"/>
                    <a:pt x="226395" y="8598"/>
                  </a:cubicBezTo>
                  <a:cubicBezTo>
                    <a:pt x="226334" y="8476"/>
                    <a:pt x="226294" y="8355"/>
                    <a:pt x="226274" y="8213"/>
                  </a:cubicBezTo>
                  <a:cubicBezTo>
                    <a:pt x="226253" y="8092"/>
                    <a:pt x="226233" y="7950"/>
                    <a:pt x="226233" y="7809"/>
                  </a:cubicBezTo>
                  <a:cubicBezTo>
                    <a:pt x="226233" y="7242"/>
                    <a:pt x="226476" y="6716"/>
                    <a:pt x="226880" y="6373"/>
                  </a:cubicBezTo>
                  <a:lnTo>
                    <a:pt x="226820" y="6373"/>
                  </a:lnTo>
                  <a:lnTo>
                    <a:pt x="226880" y="6110"/>
                  </a:lnTo>
                  <a:lnTo>
                    <a:pt x="226172" y="5685"/>
                  </a:lnTo>
                  <a:lnTo>
                    <a:pt x="226172" y="4815"/>
                  </a:lnTo>
                  <a:lnTo>
                    <a:pt x="226395" y="4350"/>
                  </a:lnTo>
                  <a:lnTo>
                    <a:pt x="226557" y="2853"/>
                  </a:lnTo>
                  <a:lnTo>
                    <a:pt x="223441" y="2853"/>
                  </a:lnTo>
                  <a:lnTo>
                    <a:pt x="222329" y="4006"/>
                  </a:lnTo>
                  <a:lnTo>
                    <a:pt x="222329" y="6110"/>
                  </a:lnTo>
                  <a:lnTo>
                    <a:pt x="222066" y="6150"/>
                  </a:lnTo>
                  <a:cubicBezTo>
                    <a:pt x="222673" y="6474"/>
                    <a:pt x="223097" y="7121"/>
                    <a:pt x="223097" y="7849"/>
                  </a:cubicBezTo>
                  <a:cubicBezTo>
                    <a:pt x="223097" y="8679"/>
                    <a:pt x="222592" y="9367"/>
                    <a:pt x="221884" y="9670"/>
                  </a:cubicBezTo>
                  <a:cubicBezTo>
                    <a:pt x="221823" y="9690"/>
                    <a:pt x="221762" y="9710"/>
                    <a:pt x="221702" y="9731"/>
                  </a:cubicBezTo>
                  <a:cubicBezTo>
                    <a:pt x="221580" y="9771"/>
                    <a:pt x="221459" y="9812"/>
                    <a:pt x="221317" y="9812"/>
                  </a:cubicBezTo>
                  <a:cubicBezTo>
                    <a:pt x="221256" y="9832"/>
                    <a:pt x="221196" y="9832"/>
                    <a:pt x="221115" y="9832"/>
                  </a:cubicBezTo>
                  <a:cubicBezTo>
                    <a:pt x="221054" y="9832"/>
                    <a:pt x="220993" y="9832"/>
                    <a:pt x="220913" y="9812"/>
                  </a:cubicBezTo>
                  <a:cubicBezTo>
                    <a:pt x="220791" y="9812"/>
                    <a:pt x="220670" y="9771"/>
                    <a:pt x="220528" y="9731"/>
                  </a:cubicBezTo>
                  <a:cubicBezTo>
                    <a:pt x="220468" y="9710"/>
                    <a:pt x="220407" y="9690"/>
                    <a:pt x="220366" y="9670"/>
                  </a:cubicBezTo>
                  <a:cubicBezTo>
                    <a:pt x="219658" y="9367"/>
                    <a:pt x="219153" y="8679"/>
                    <a:pt x="219153" y="7849"/>
                  </a:cubicBezTo>
                  <a:cubicBezTo>
                    <a:pt x="219153" y="7607"/>
                    <a:pt x="219213" y="7364"/>
                    <a:pt x="219294" y="7141"/>
                  </a:cubicBezTo>
                  <a:cubicBezTo>
                    <a:pt x="219375" y="6919"/>
                    <a:pt x="219517" y="6716"/>
                    <a:pt x="219658" y="6534"/>
                  </a:cubicBezTo>
                  <a:lnTo>
                    <a:pt x="220609" y="5847"/>
                  </a:lnTo>
                  <a:lnTo>
                    <a:pt x="220447" y="1902"/>
                  </a:lnTo>
                  <a:cubicBezTo>
                    <a:pt x="220447" y="1902"/>
                    <a:pt x="220306" y="2387"/>
                    <a:pt x="219800" y="2630"/>
                  </a:cubicBezTo>
                  <a:cubicBezTo>
                    <a:pt x="219372" y="2818"/>
                    <a:pt x="219132" y="2833"/>
                    <a:pt x="219069" y="2833"/>
                  </a:cubicBezTo>
                  <a:cubicBezTo>
                    <a:pt x="219057" y="2833"/>
                    <a:pt x="219051" y="2832"/>
                    <a:pt x="219051" y="2832"/>
                  </a:cubicBezTo>
                  <a:lnTo>
                    <a:pt x="219051" y="2853"/>
                  </a:lnTo>
                  <a:lnTo>
                    <a:pt x="214783" y="2853"/>
                  </a:lnTo>
                  <a:lnTo>
                    <a:pt x="214055" y="0"/>
                  </a:lnTo>
                  <a:lnTo>
                    <a:pt x="212173" y="1619"/>
                  </a:lnTo>
                  <a:lnTo>
                    <a:pt x="214783" y="3358"/>
                  </a:lnTo>
                  <a:lnTo>
                    <a:pt x="213994" y="3743"/>
                  </a:lnTo>
                  <a:lnTo>
                    <a:pt x="213610" y="4673"/>
                  </a:lnTo>
                  <a:lnTo>
                    <a:pt x="214783" y="5725"/>
                  </a:lnTo>
                  <a:lnTo>
                    <a:pt x="214783" y="6049"/>
                  </a:lnTo>
                  <a:cubicBezTo>
                    <a:pt x="214864" y="6069"/>
                    <a:pt x="214945" y="6130"/>
                    <a:pt x="215026" y="6170"/>
                  </a:cubicBezTo>
                  <a:cubicBezTo>
                    <a:pt x="215208" y="6271"/>
                    <a:pt x="215349" y="6393"/>
                    <a:pt x="215471" y="6534"/>
                  </a:cubicBezTo>
                  <a:cubicBezTo>
                    <a:pt x="215794" y="6878"/>
                    <a:pt x="215997" y="7344"/>
                    <a:pt x="215997" y="7849"/>
                  </a:cubicBezTo>
                  <a:cubicBezTo>
                    <a:pt x="215997" y="8335"/>
                    <a:pt x="215835" y="8780"/>
                    <a:pt x="215552" y="9104"/>
                  </a:cubicBezTo>
                  <a:cubicBezTo>
                    <a:pt x="215471" y="9205"/>
                    <a:pt x="215370" y="9306"/>
                    <a:pt x="215289" y="9387"/>
                  </a:cubicBezTo>
                  <a:cubicBezTo>
                    <a:pt x="215228" y="9407"/>
                    <a:pt x="215187" y="9447"/>
                    <a:pt x="215127" y="9488"/>
                  </a:cubicBezTo>
                  <a:cubicBezTo>
                    <a:pt x="215026" y="9569"/>
                    <a:pt x="214904" y="9630"/>
                    <a:pt x="214803" y="9670"/>
                  </a:cubicBezTo>
                  <a:cubicBezTo>
                    <a:pt x="214742" y="9690"/>
                    <a:pt x="214682" y="9710"/>
                    <a:pt x="214621" y="9731"/>
                  </a:cubicBezTo>
                  <a:cubicBezTo>
                    <a:pt x="214500" y="9771"/>
                    <a:pt x="214358" y="9812"/>
                    <a:pt x="214237" y="9812"/>
                  </a:cubicBezTo>
                  <a:cubicBezTo>
                    <a:pt x="214156" y="9832"/>
                    <a:pt x="214095" y="9832"/>
                    <a:pt x="214034" y="9832"/>
                  </a:cubicBezTo>
                  <a:cubicBezTo>
                    <a:pt x="213630" y="9832"/>
                    <a:pt x="213245" y="9710"/>
                    <a:pt x="212922" y="9488"/>
                  </a:cubicBezTo>
                  <a:cubicBezTo>
                    <a:pt x="212396" y="9144"/>
                    <a:pt x="212052" y="8537"/>
                    <a:pt x="212052" y="7849"/>
                  </a:cubicBezTo>
                  <a:cubicBezTo>
                    <a:pt x="212052" y="7222"/>
                    <a:pt x="212375" y="6636"/>
                    <a:pt x="212861" y="6292"/>
                  </a:cubicBezTo>
                  <a:cubicBezTo>
                    <a:pt x="212922" y="6231"/>
                    <a:pt x="213003" y="6191"/>
                    <a:pt x="213084" y="6150"/>
                  </a:cubicBezTo>
                  <a:lnTo>
                    <a:pt x="212578" y="6069"/>
                  </a:lnTo>
                  <a:lnTo>
                    <a:pt x="212638" y="5725"/>
                  </a:lnTo>
                  <a:lnTo>
                    <a:pt x="213326" y="5725"/>
                  </a:lnTo>
                  <a:lnTo>
                    <a:pt x="213326" y="5037"/>
                  </a:lnTo>
                  <a:lnTo>
                    <a:pt x="210535" y="2853"/>
                  </a:lnTo>
                  <a:lnTo>
                    <a:pt x="207237" y="2853"/>
                  </a:lnTo>
                  <a:lnTo>
                    <a:pt x="206853" y="3116"/>
                  </a:lnTo>
                  <a:lnTo>
                    <a:pt x="207318" y="4046"/>
                  </a:lnTo>
                  <a:lnTo>
                    <a:pt x="207318" y="4936"/>
                  </a:lnTo>
                  <a:lnTo>
                    <a:pt x="206853" y="5563"/>
                  </a:lnTo>
                  <a:lnTo>
                    <a:pt x="206853" y="5867"/>
                  </a:lnTo>
                  <a:lnTo>
                    <a:pt x="206913" y="5887"/>
                  </a:lnTo>
                  <a:lnTo>
                    <a:pt x="206934" y="5887"/>
                  </a:lnTo>
                  <a:cubicBezTo>
                    <a:pt x="207399" y="5887"/>
                    <a:pt x="207844" y="6069"/>
                    <a:pt x="208188" y="6332"/>
                  </a:cubicBezTo>
                  <a:cubicBezTo>
                    <a:pt x="208370" y="6494"/>
                    <a:pt x="208552" y="6696"/>
                    <a:pt x="208673" y="6919"/>
                  </a:cubicBezTo>
                  <a:cubicBezTo>
                    <a:pt x="208734" y="7040"/>
                    <a:pt x="208775" y="7141"/>
                    <a:pt x="208815" y="7283"/>
                  </a:cubicBezTo>
                  <a:cubicBezTo>
                    <a:pt x="208876" y="7465"/>
                    <a:pt x="208896" y="7647"/>
                    <a:pt x="208896" y="7849"/>
                  </a:cubicBezTo>
                  <a:cubicBezTo>
                    <a:pt x="208896" y="8072"/>
                    <a:pt x="208876" y="8254"/>
                    <a:pt x="208815" y="8436"/>
                  </a:cubicBezTo>
                  <a:cubicBezTo>
                    <a:pt x="208775" y="8557"/>
                    <a:pt x="208734" y="8679"/>
                    <a:pt x="208673" y="8800"/>
                  </a:cubicBezTo>
                  <a:cubicBezTo>
                    <a:pt x="208552" y="9023"/>
                    <a:pt x="208370" y="9225"/>
                    <a:pt x="208188" y="9387"/>
                  </a:cubicBezTo>
                  <a:cubicBezTo>
                    <a:pt x="207844" y="9650"/>
                    <a:pt x="207399" y="9832"/>
                    <a:pt x="206934" y="9832"/>
                  </a:cubicBezTo>
                  <a:cubicBezTo>
                    <a:pt x="206731" y="9832"/>
                    <a:pt x="206529" y="9791"/>
                    <a:pt x="206347" y="9731"/>
                  </a:cubicBezTo>
                  <a:cubicBezTo>
                    <a:pt x="205538" y="9488"/>
                    <a:pt x="204971" y="8739"/>
                    <a:pt x="204971" y="7849"/>
                  </a:cubicBezTo>
                  <a:cubicBezTo>
                    <a:pt x="204971" y="7728"/>
                    <a:pt x="204971" y="7607"/>
                    <a:pt x="204991" y="7485"/>
                  </a:cubicBezTo>
                  <a:cubicBezTo>
                    <a:pt x="205072" y="7141"/>
                    <a:pt x="205234" y="6818"/>
                    <a:pt x="205457" y="6555"/>
                  </a:cubicBezTo>
                  <a:lnTo>
                    <a:pt x="205457" y="6555"/>
                  </a:lnTo>
                  <a:lnTo>
                    <a:pt x="205497" y="6534"/>
                  </a:lnTo>
                  <a:cubicBezTo>
                    <a:pt x="205639" y="6373"/>
                    <a:pt x="205821" y="6231"/>
                    <a:pt x="206003" y="6130"/>
                  </a:cubicBezTo>
                  <a:lnTo>
                    <a:pt x="205639" y="5361"/>
                  </a:lnTo>
                  <a:lnTo>
                    <a:pt x="204890" y="5219"/>
                  </a:lnTo>
                  <a:lnTo>
                    <a:pt x="204890" y="3338"/>
                  </a:lnTo>
                  <a:lnTo>
                    <a:pt x="204324" y="2853"/>
                  </a:lnTo>
                  <a:lnTo>
                    <a:pt x="201613" y="2853"/>
                  </a:lnTo>
                  <a:lnTo>
                    <a:pt x="201613" y="4107"/>
                  </a:lnTo>
                  <a:lnTo>
                    <a:pt x="200824" y="4107"/>
                  </a:lnTo>
                  <a:lnTo>
                    <a:pt x="200824" y="4633"/>
                  </a:lnTo>
                  <a:lnTo>
                    <a:pt x="201229" y="5139"/>
                  </a:lnTo>
                  <a:lnTo>
                    <a:pt x="200642" y="6130"/>
                  </a:lnTo>
                  <a:cubicBezTo>
                    <a:pt x="201168" y="6352"/>
                    <a:pt x="201552" y="6797"/>
                    <a:pt x="201714" y="7344"/>
                  </a:cubicBezTo>
                  <a:cubicBezTo>
                    <a:pt x="201775" y="7526"/>
                    <a:pt x="201815" y="7708"/>
                    <a:pt x="201815" y="7910"/>
                  </a:cubicBezTo>
                  <a:cubicBezTo>
                    <a:pt x="201815" y="8112"/>
                    <a:pt x="201775" y="8315"/>
                    <a:pt x="201714" y="8497"/>
                  </a:cubicBezTo>
                  <a:cubicBezTo>
                    <a:pt x="201674" y="8618"/>
                    <a:pt x="201633" y="8739"/>
                    <a:pt x="201573" y="8861"/>
                  </a:cubicBezTo>
                  <a:cubicBezTo>
                    <a:pt x="201451" y="9083"/>
                    <a:pt x="201289" y="9265"/>
                    <a:pt x="201087" y="9427"/>
                  </a:cubicBezTo>
                  <a:cubicBezTo>
                    <a:pt x="200743" y="9710"/>
                    <a:pt x="200318" y="9893"/>
                    <a:pt x="199833" y="9893"/>
                  </a:cubicBezTo>
                  <a:cubicBezTo>
                    <a:pt x="199631" y="9893"/>
                    <a:pt x="199428" y="9852"/>
                    <a:pt x="199246" y="9791"/>
                  </a:cubicBezTo>
                  <a:cubicBezTo>
                    <a:pt x="198457" y="9549"/>
                    <a:pt x="197871" y="8800"/>
                    <a:pt x="197871" y="7910"/>
                  </a:cubicBezTo>
                  <a:cubicBezTo>
                    <a:pt x="197871" y="6979"/>
                    <a:pt x="198518" y="6211"/>
                    <a:pt x="199388" y="6008"/>
                  </a:cubicBezTo>
                  <a:lnTo>
                    <a:pt x="198862" y="5179"/>
                  </a:lnTo>
                  <a:lnTo>
                    <a:pt x="199428" y="3925"/>
                  </a:lnTo>
                  <a:lnTo>
                    <a:pt x="199388" y="2853"/>
                  </a:lnTo>
                  <a:lnTo>
                    <a:pt x="198761" y="1902"/>
                  </a:lnTo>
                  <a:lnTo>
                    <a:pt x="196940" y="2327"/>
                  </a:lnTo>
                  <a:lnTo>
                    <a:pt x="197749" y="2853"/>
                  </a:lnTo>
                  <a:lnTo>
                    <a:pt x="193137" y="2853"/>
                  </a:lnTo>
                  <a:lnTo>
                    <a:pt x="192671" y="3176"/>
                  </a:lnTo>
                  <a:lnTo>
                    <a:pt x="193137" y="4107"/>
                  </a:lnTo>
                  <a:lnTo>
                    <a:pt x="193137" y="4997"/>
                  </a:lnTo>
                  <a:lnTo>
                    <a:pt x="192671" y="5624"/>
                  </a:lnTo>
                  <a:lnTo>
                    <a:pt x="192671" y="5928"/>
                  </a:lnTo>
                  <a:lnTo>
                    <a:pt x="192732" y="5948"/>
                  </a:lnTo>
                  <a:lnTo>
                    <a:pt x="192752" y="5948"/>
                  </a:lnTo>
                  <a:cubicBezTo>
                    <a:pt x="192955" y="5948"/>
                    <a:pt x="193137" y="5988"/>
                    <a:pt x="193319" y="6029"/>
                  </a:cubicBezTo>
                  <a:cubicBezTo>
                    <a:pt x="193400" y="6049"/>
                    <a:pt x="193460" y="6069"/>
                    <a:pt x="193501" y="6110"/>
                  </a:cubicBezTo>
                  <a:cubicBezTo>
                    <a:pt x="194209" y="6393"/>
                    <a:pt x="194715" y="7101"/>
                    <a:pt x="194715" y="7910"/>
                  </a:cubicBezTo>
                  <a:cubicBezTo>
                    <a:pt x="194715" y="8739"/>
                    <a:pt x="194209" y="9427"/>
                    <a:pt x="193501" y="9731"/>
                  </a:cubicBezTo>
                  <a:cubicBezTo>
                    <a:pt x="193460" y="9751"/>
                    <a:pt x="193400" y="9771"/>
                    <a:pt x="193319" y="9791"/>
                  </a:cubicBezTo>
                  <a:cubicBezTo>
                    <a:pt x="193137" y="9852"/>
                    <a:pt x="192955" y="9893"/>
                    <a:pt x="192752" y="9893"/>
                  </a:cubicBezTo>
                  <a:cubicBezTo>
                    <a:pt x="192611" y="9893"/>
                    <a:pt x="192469" y="9872"/>
                    <a:pt x="192348" y="9852"/>
                  </a:cubicBezTo>
                  <a:cubicBezTo>
                    <a:pt x="191458" y="9650"/>
                    <a:pt x="190770" y="8861"/>
                    <a:pt x="190770" y="7910"/>
                  </a:cubicBezTo>
                  <a:cubicBezTo>
                    <a:pt x="190770" y="7789"/>
                    <a:pt x="190790" y="7667"/>
                    <a:pt x="190810" y="7546"/>
                  </a:cubicBezTo>
                  <a:cubicBezTo>
                    <a:pt x="190871" y="7202"/>
                    <a:pt x="191053" y="6878"/>
                    <a:pt x="191275" y="6615"/>
                  </a:cubicBezTo>
                  <a:lnTo>
                    <a:pt x="191215" y="6615"/>
                  </a:lnTo>
                  <a:lnTo>
                    <a:pt x="191296" y="6595"/>
                  </a:lnTo>
                  <a:cubicBezTo>
                    <a:pt x="191377" y="6514"/>
                    <a:pt x="191458" y="6433"/>
                    <a:pt x="191538" y="6373"/>
                  </a:cubicBezTo>
                  <a:cubicBezTo>
                    <a:pt x="191619" y="6292"/>
                    <a:pt x="191721" y="6231"/>
                    <a:pt x="191822" y="6191"/>
                  </a:cubicBezTo>
                  <a:lnTo>
                    <a:pt x="191458" y="5402"/>
                  </a:lnTo>
                  <a:lnTo>
                    <a:pt x="190709" y="5280"/>
                  </a:lnTo>
                  <a:lnTo>
                    <a:pt x="190709" y="3399"/>
                  </a:lnTo>
                  <a:lnTo>
                    <a:pt x="189515" y="1801"/>
                  </a:lnTo>
                  <a:lnTo>
                    <a:pt x="188989" y="2853"/>
                  </a:lnTo>
                  <a:lnTo>
                    <a:pt x="184074" y="2853"/>
                  </a:lnTo>
                  <a:lnTo>
                    <a:pt x="183163" y="749"/>
                  </a:lnTo>
                  <a:lnTo>
                    <a:pt x="182475" y="2428"/>
                  </a:lnTo>
                  <a:lnTo>
                    <a:pt x="184215" y="4896"/>
                  </a:lnTo>
                  <a:lnTo>
                    <a:pt x="183750" y="5826"/>
                  </a:lnTo>
                  <a:lnTo>
                    <a:pt x="183811" y="5847"/>
                  </a:lnTo>
                  <a:lnTo>
                    <a:pt x="183831" y="5847"/>
                  </a:lnTo>
                  <a:cubicBezTo>
                    <a:pt x="183952" y="5847"/>
                    <a:pt x="184094" y="5867"/>
                    <a:pt x="184215" y="5887"/>
                  </a:cubicBezTo>
                  <a:cubicBezTo>
                    <a:pt x="184276" y="5907"/>
                    <a:pt x="184337" y="5907"/>
                    <a:pt x="184397" y="5928"/>
                  </a:cubicBezTo>
                  <a:cubicBezTo>
                    <a:pt x="184539" y="5968"/>
                    <a:pt x="184640" y="6029"/>
                    <a:pt x="184761" y="6089"/>
                  </a:cubicBezTo>
                  <a:cubicBezTo>
                    <a:pt x="185368" y="6413"/>
                    <a:pt x="185793" y="7060"/>
                    <a:pt x="185793" y="7809"/>
                  </a:cubicBezTo>
                  <a:cubicBezTo>
                    <a:pt x="185793" y="8557"/>
                    <a:pt x="185368" y="9205"/>
                    <a:pt x="184761" y="9549"/>
                  </a:cubicBezTo>
                  <a:cubicBezTo>
                    <a:pt x="184640" y="9609"/>
                    <a:pt x="184539" y="9650"/>
                    <a:pt x="184397" y="9690"/>
                  </a:cubicBezTo>
                  <a:cubicBezTo>
                    <a:pt x="184337" y="9710"/>
                    <a:pt x="184276" y="9731"/>
                    <a:pt x="184215" y="9731"/>
                  </a:cubicBezTo>
                  <a:cubicBezTo>
                    <a:pt x="184094" y="9771"/>
                    <a:pt x="183952" y="9771"/>
                    <a:pt x="183831" y="9771"/>
                  </a:cubicBezTo>
                  <a:cubicBezTo>
                    <a:pt x="183608" y="9771"/>
                    <a:pt x="183426" y="9751"/>
                    <a:pt x="183244" y="9690"/>
                  </a:cubicBezTo>
                  <a:cubicBezTo>
                    <a:pt x="182435" y="9447"/>
                    <a:pt x="181848" y="8699"/>
                    <a:pt x="181848" y="7809"/>
                  </a:cubicBezTo>
                  <a:cubicBezTo>
                    <a:pt x="181848" y="7688"/>
                    <a:pt x="181869" y="7566"/>
                    <a:pt x="181889" y="7445"/>
                  </a:cubicBezTo>
                  <a:cubicBezTo>
                    <a:pt x="181949" y="7101"/>
                    <a:pt x="182131" y="6777"/>
                    <a:pt x="182354" y="6514"/>
                  </a:cubicBezTo>
                  <a:lnTo>
                    <a:pt x="182293" y="6514"/>
                  </a:lnTo>
                  <a:lnTo>
                    <a:pt x="182374" y="6494"/>
                  </a:lnTo>
                  <a:cubicBezTo>
                    <a:pt x="182536" y="6332"/>
                    <a:pt x="182698" y="6191"/>
                    <a:pt x="182900" y="6089"/>
                  </a:cubicBezTo>
                  <a:lnTo>
                    <a:pt x="182536" y="5300"/>
                  </a:lnTo>
                  <a:lnTo>
                    <a:pt x="181788" y="5159"/>
                  </a:lnTo>
                  <a:lnTo>
                    <a:pt x="181788" y="3298"/>
                  </a:lnTo>
                  <a:lnTo>
                    <a:pt x="181262" y="2853"/>
                  </a:lnTo>
                  <a:lnTo>
                    <a:pt x="178510" y="2853"/>
                  </a:lnTo>
                  <a:lnTo>
                    <a:pt x="178510" y="4006"/>
                  </a:lnTo>
                  <a:lnTo>
                    <a:pt x="177721" y="4006"/>
                  </a:lnTo>
                  <a:lnTo>
                    <a:pt x="177721" y="4511"/>
                  </a:lnTo>
                  <a:lnTo>
                    <a:pt x="178106" y="5037"/>
                  </a:lnTo>
                  <a:lnTo>
                    <a:pt x="177721" y="5442"/>
                  </a:lnTo>
                  <a:lnTo>
                    <a:pt x="178692" y="5847"/>
                  </a:lnTo>
                  <a:lnTo>
                    <a:pt x="177539" y="6029"/>
                  </a:lnTo>
                  <a:cubicBezTo>
                    <a:pt x="178227" y="6332"/>
                    <a:pt x="178692" y="7020"/>
                    <a:pt x="178692" y="7809"/>
                  </a:cubicBezTo>
                  <a:cubicBezTo>
                    <a:pt x="178692" y="8901"/>
                    <a:pt x="177822" y="9771"/>
                    <a:pt x="176730" y="9771"/>
                  </a:cubicBezTo>
                  <a:cubicBezTo>
                    <a:pt x="175638" y="9771"/>
                    <a:pt x="174768" y="8901"/>
                    <a:pt x="174768" y="7809"/>
                  </a:cubicBezTo>
                  <a:cubicBezTo>
                    <a:pt x="174768" y="6878"/>
                    <a:pt x="175415" y="6110"/>
                    <a:pt x="176265" y="5907"/>
                  </a:cubicBezTo>
                  <a:lnTo>
                    <a:pt x="175759" y="5078"/>
                  </a:lnTo>
                  <a:lnTo>
                    <a:pt x="176305" y="3824"/>
                  </a:lnTo>
                  <a:lnTo>
                    <a:pt x="176265" y="2853"/>
                  </a:lnTo>
                  <a:lnTo>
                    <a:pt x="172502" y="2853"/>
                  </a:lnTo>
                  <a:lnTo>
                    <a:pt x="171066" y="1437"/>
                  </a:lnTo>
                  <a:lnTo>
                    <a:pt x="170762" y="2145"/>
                  </a:lnTo>
                  <a:lnTo>
                    <a:pt x="170014" y="2145"/>
                  </a:lnTo>
                  <a:lnTo>
                    <a:pt x="168517" y="4248"/>
                  </a:lnTo>
                  <a:lnTo>
                    <a:pt x="169913" y="5867"/>
                  </a:lnTo>
                  <a:cubicBezTo>
                    <a:pt x="170863" y="6008"/>
                    <a:pt x="171592" y="6818"/>
                    <a:pt x="171592" y="7809"/>
                  </a:cubicBezTo>
                  <a:cubicBezTo>
                    <a:pt x="171592" y="8760"/>
                    <a:pt x="170924" y="9549"/>
                    <a:pt x="170034" y="9731"/>
                  </a:cubicBezTo>
                  <a:cubicBezTo>
                    <a:pt x="169892" y="9771"/>
                    <a:pt x="169771" y="9771"/>
                    <a:pt x="169629" y="9771"/>
                  </a:cubicBezTo>
                  <a:lnTo>
                    <a:pt x="169427" y="9771"/>
                  </a:lnTo>
                  <a:cubicBezTo>
                    <a:pt x="169306" y="9751"/>
                    <a:pt x="169164" y="9731"/>
                    <a:pt x="169043" y="9690"/>
                  </a:cubicBezTo>
                  <a:cubicBezTo>
                    <a:pt x="168982" y="9670"/>
                    <a:pt x="168921" y="9650"/>
                    <a:pt x="168861" y="9630"/>
                  </a:cubicBezTo>
                  <a:cubicBezTo>
                    <a:pt x="168739" y="9569"/>
                    <a:pt x="168638" y="9508"/>
                    <a:pt x="168537" y="9447"/>
                  </a:cubicBezTo>
                  <a:cubicBezTo>
                    <a:pt x="168476" y="9407"/>
                    <a:pt x="168436" y="9367"/>
                    <a:pt x="168375" y="9326"/>
                  </a:cubicBezTo>
                  <a:cubicBezTo>
                    <a:pt x="168274" y="9245"/>
                    <a:pt x="168193" y="9164"/>
                    <a:pt x="168112" y="9063"/>
                  </a:cubicBezTo>
                  <a:cubicBezTo>
                    <a:pt x="167829" y="8719"/>
                    <a:pt x="167667" y="8294"/>
                    <a:pt x="167667" y="7809"/>
                  </a:cubicBezTo>
                  <a:cubicBezTo>
                    <a:pt x="167667" y="7323"/>
                    <a:pt x="167849" y="6878"/>
                    <a:pt x="168153" y="6534"/>
                  </a:cubicBezTo>
                  <a:lnTo>
                    <a:pt x="168132" y="6534"/>
                  </a:lnTo>
                  <a:lnTo>
                    <a:pt x="168092" y="5644"/>
                  </a:lnTo>
                  <a:lnTo>
                    <a:pt x="167424" y="5442"/>
                  </a:lnTo>
                  <a:lnTo>
                    <a:pt x="167424" y="3864"/>
                  </a:lnTo>
                  <a:lnTo>
                    <a:pt x="167890" y="3864"/>
                  </a:lnTo>
                  <a:lnTo>
                    <a:pt x="167890" y="2853"/>
                  </a:lnTo>
                  <a:lnTo>
                    <a:pt x="164815" y="2853"/>
                  </a:lnTo>
                  <a:lnTo>
                    <a:pt x="163742" y="3945"/>
                  </a:lnTo>
                  <a:lnTo>
                    <a:pt x="163742" y="6049"/>
                  </a:lnTo>
                  <a:lnTo>
                    <a:pt x="163479" y="6110"/>
                  </a:lnTo>
                  <a:cubicBezTo>
                    <a:pt x="164086" y="6433"/>
                    <a:pt x="164511" y="7081"/>
                    <a:pt x="164511" y="7809"/>
                  </a:cubicBezTo>
                  <a:cubicBezTo>
                    <a:pt x="164511" y="8618"/>
                    <a:pt x="164005" y="9326"/>
                    <a:pt x="163297" y="9630"/>
                  </a:cubicBezTo>
                  <a:cubicBezTo>
                    <a:pt x="163237" y="9650"/>
                    <a:pt x="163176" y="9670"/>
                    <a:pt x="163115" y="9690"/>
                  </a:cubicBezTo>
                  <a:cubicBezTo>
                    <a:pt x="162994" y="9731"/>
                    <a:pt x="162872" y="9751"/>
                    <a:pt x="162731" y="9771"/>
                  </a:cubicBezTo>
                  <a:lnTo>
                    <a:pt x="162326" y="9771"/>
                  </a:lnTo>
                  <a:cubicBezTo>
                    <a:pt x="162205" y="9751"/>
                    <a:pt x="162083" y="9731"/>
                    <a:pt x="161962" y="9690"/>
                  </a:cubicBezTo>
                  <a:cubicBezTo>
                    <a:pt x="161881" y="9670"/>
                    <a:pt x="161820" y="9650"/>
                    <a:pt x="161780" y="9630"/>
                  </a:cubicBezTo>
                  <a:cubicBezTo>
                    <a:pt x="161072" y="9326"/>
                    <a:pt x="160566" y="8618"/>
                    <a:pt x="160566" y="7809"/>
                  </a:cubicBezTo>
                  <a:cubicBezTo>
                    <a:pt x="160566" y="7566"/>
                    <a:pt x="160627" y="7323"/>
                    <a:pt x="160708" y="7101"/>
                  </a:cubicBezTo>
                  <a:cubicBezTo>
                    <a:pt x="160789" y="6878"/>
                    <a:pt x="160930" y="6676"/>
                    <a:pt x="161092" y="6494"/>
                  </a:cubicBezTo>
                  <a:lnTo>
                    <a:pt x="162953" y="4491"/>
                  </a:lnTo>
                  <a:lnTo>
                    <a:pt x="163459" y="2832"/>
                  </a:lnTo>
                  <a:lnTo>
                    <a:pt x="160425" y="1437"/>
                  </a:lnTo>
                  <a:lnTo>
                    <a:pt x="159959" y="2832"/>
                  </a:lnTo>
                  <a:lnTo>
                    <a:pt x="159959" y="2853"/>
                  </a:lnTo>
                  <a:lnTo>
                    <a:pt x="156197" y="2853"/>
                  </a:lnTo>
                  <a:lnTo>
                    <a:pt x="156197" y="3318"/>
                  </a:lnTo>
                  <a:lnTo>
                    <a:pt x="155408" y="3702"/>
                  </a:lnTo>
                  <a:lnTo>
                    <a:pt x="155023" y="4633"/>
                  </a:lnTo>
                  <a:lnTo>
                    <a:pt x="156197" y="5685"/>
                  </a:lnTo>
                  <a:lnTo>
                    <a:pt x="156197" y="5988"/>
                  </a:lnTo>
                  <a:cubicBezTo>
                    <a:pt x="156277" y="6029"/>
                    <a:pt x="156358" y="6069"/>
                    <a:pt x="156460" y="6130"/>
                  </a:cubicBezTo>
                  <a:cubicBezTo>
                    <a:pt x="156621" y="6231"/>
                    <a:pt x="156763" y="6352"/>
                    <a:pt x="156884" y="6474"/>
                  </a:cubicBezTo>
                  <a:cubicBezTo>
                    <a:pt x="157208" y="6838"/>
                    <a:pt x="157410" y="7303"/>
                    <a:pt x="157410" y="7809"/>
                  </a:cubicBezTo>
                  <a:cubicBezTo>
                    <a:pt x="157410" y="8901"/>
                    <a:pt x="156520" y="9771"/>
                    <a:pt x="155448" y="9771"/>
                  </a:cubicBezTo>
                  <a:cubicBezTo>
                    <a:pt x="155306" y="9771"/>
                    <a:pt x="155165" y="9771"/>
                    <a:pt x="155043" y="9731"/>
                  </a:cubicBezTo>
                  <a:cubicBezTo>
                    <a:pt x="154598" y="9650"/>
                    <a:pt x="154214" y="9407"/>
                    <a:pt x="153931" y="9063"/>
                  </a:cubicBezTo>
                  <a:cubicBezTo>
                    <a:pt x="153890" y="9023"/>
                    <a:pt x="153850" y="8962"/>
                    <a:pt x="153809" y="8922"/>
                  </a:cubicBezTo>
                  <a:cubicBezTo>
                    <a:pt x="153749" y="8800"/>
                    <a:pt x="153688" y="8699"/>
                    <a:pt x="153627" y="8578"/>
                  </a:cubicBezTo>
                  <a:cubicBezTo>
                    <a:pt x="153526" y="8335"/>
                    <a:pt x="153465" y="8092"/>
                    <a:pt x="153465" y="7809"/>
                  </a:cubicBezTo>
                  <a:cubicBezTo>
                    <a:pt x="153465" y="7728"/>
                    <a:pt x="153486" y="7627"/>
                    <a:pt x="153486" y="7546"/>
                  </a:cubicBezTo>
                  <a:cubicBezTo>
                    <a:pt x="153546" y="7182"/>
                    <a:pt x="153688" y="6858"/>
                    <a:pt x="153911" y="6595"/>
                  </a:cubicBezTo>
                  <a:cubicBezTo>
                    <a:pt x="154072" y="6393"/>
                    <a:pt x="154254" y="6231"/>
                    <a:pt x="154497" y="6110"/>
                  </a:cubicBezTo>
                  <a:lnTo>
                    <a:pt x="153991" y="6029"/>
                  </a:lnTo>
                  <a:lnTo>
                    <a:pt x="154052" y="5685"/>
                  </a:lnTo>
                  <a:lnTo>
                    <a:pt x="154740" y="5685"/>
                  </a:lnTo>
                  <a:lnTo>
                    <a:pt x="154740" y="4997"/>
                  </a:lnTo>
                  <a:lnTo>
                    <a:pt x="153122" y="1194"/>
                  </a:lnTo>
                  <a:lnTo>
                    <a:pt x="152009" y="2853"/>
                  </a:lnTo>
                  <a:lnTo>
                    <a:pt x="148590" y="2853"/>
                  </a:lnTo>
                  <a:lnTo>
                    <a:pt x="148266" y="3075"/>
                  </a:lnTo>
                  <a:lnTo>
                    <a:pt x="148732" y="4006"/>
                  </a:lnTo>
                  <a:lnTo>
                    <a:pt x="148732" y="4896"/>
                  </a:lnTo>
                  <a:lnTo>
                    <a:pt x="148266" y="5523"/>
                  </a:lnTo>
                  <a:lnTo>
                    <a:pt x="148266" y="5826"/>
                  </a:lnTo>
                  <a:lnTo>
                    <a:pt x="148327" y="5847"/>
                  </a:lnTo>
                  <a:lnTo>
                    <a:pt x="148347" y="5847"/>
                  </a:lnTo>
                  <a:cubicBezTo>
                    <a:pt x="148489" y="5847"/>
                    <a:pt x="148610" y="5867"/>
                    <a:pt x="148752" y="5887"/>
                  </a:cubicBezTo>
                  <a:cubicBezTo>
                    <a:pt x="148813" y="5907"/>
                    <a:pt x="148873" y="5907"/>
                    <a:pt x="148934" y="5928"/>
                  </a:cubicBezTo>
                  <a:cubicBezTo>
                    <a:pt x="149055" y="5968"/>
                    <a:pt x="149177" y="6029"/>
                    <a:pt x="149278" y="6089"/>
                  </a:cubicBezTo>
                  <a:cubicBezTo>
                    <a:pt x="149905" y="6413"/>
                    <a:pt x="150310" y="7060"/>
                    <a:pt x="150310" y="7809"/>
                  </a:cubicBezTo>
                  <a:cubicBezTo>
                    <a:pt x="150310" y="8557"/>
                    <a:pt x="149905" y="9205"/>
                    <a:pt x="149278" y="9549"/>
                  </a:cubicBezTo>
                  <a:cubicBezTo>
                    <a:pt x="149177" y="9609"/>
                    <a:pt x="149055" y="9650"/>
                    <a:pt x="148934" y="9690"/>
                  </a:cubicBezTo>
                  <a:cubicBezTo>
                    <a:pt x="148873" y="9710"/>
                    <a:pt x="148813" y="9731"/>
                    <a:pt x="148752" y="9731"/>
                  </a:cubicBezTo>
                  <a:cubicBezTo>
                    <a:pt x="148610" y="9771"/>
                    <a:pt x="148489" y="9771"/>
                    <a:pt x="148347" y="9771"/>
                  </a:cubicBezTo>
                  <a:cubicBezTo>
                    <a:pt x="148145" y="9771"/>
                    <a:pt x="147943" y="9751"/>
                    <a:pt x="147761" y="9690"/>
                  </a:cubicBezTo>
                  <a:cubicBezTo>
                    <a:pt x="146951" y="9447"/>
                    <a:pt x="146385" y="8699"/>
                    <a:pt x="146385" y="7809"/>
                  </a:cubicBezTo>
                  <a:cubicBezTo>
                    <a:pt x="146385" y="7566"/>
                    <a:pt x="146425" y="7323"/>
                    <a:pt x="146506" y="7101"/>
                  </a:cubicBezTo>
                  <a:cubicBezTo>
                    <a:pt x="146607" y="6878"/>
                    <a:pt x="146729" y="6696"/>
                    <a:pt x="146870" y="6514"/>
                  </a:cubicBezTo>
                  <a:lnTo>
                    <a:pt x="146830" y="6514"/>
                  </a:lnTo>
                  <a:lnTo>
                    <a:pt x="146911" y="6494"/>
                  </a:lnTo>
                  <a:cubicBezTo>
                    <a:pt x="146972" y="6413"/>
                    <a:pt x="147053" y="6332"/>
                    <a:pt x="147154" y="6271"/>
                  </a:cubicBezTo>
                  <a:cubicBezTo>
                    <a:pt x="147235" y="6191"/>
                    <a:pt x="147336" y="6130"/>
                    <a:pt x="147417" y="6089"/>
                  </a:cubicBezTo>
                  <a:lnTo>
                    <a:pt x="147053" y="5300"/>
                  </a:lnTo>
                  <a:lnTo>
                    <a:pt x="146324" y="5159"/>
                  </a:lnTo>
                  <a:lnTo>
                    <a:pt x="146324" y="3298"/>
                  </a:lnTo>
                  <a:lnTo>
                    <a:pt x="145778" y="2853"/>
                  </a:lnTo>
                  <a:lnTo>
                    <a:pt x="143027" y="2853"/>
                  </a:lnTo>
                  <a:lnTo>
                    <a:pt x="143027" y="4006"/>
                  </a:lnTo>
                  <a:lnTo>
                    <a:pt x="142238" y="4006"/>
                  </a:lnTo>
                  <a:lnTo>
                    <a:pt x="142238" y="4511"/>
                  </a:lnTo>
                  <a:lnTo>
                    <a:pt x="142642" y="5037"/>
                  </a:lnTo>
                  <a:lnTo>
                    <a:pt x="142521" y="5786"/>
                  </a:lnTo>
                  <a:lnTo>
                    <a:pt x="142076" y="6029"/>
                  </a:lnTo>
                  <a:cubicBezTo>
                    <a:pt x="142319" y="6150"/>
                    <a:pt x="142541" y="6312"/>
                    <a:pt x="142723" y="6514"/>
                  </a:cubicBezTo>
                  <a:cubicBezTo>
                    <a:pt x="143027" y="6858"/>
                    <a:pt x="143229" y="7323"/>
                    <a:pt x="143229" y="7809"/>
                  </a:cubicBezTo>
                  <a:cubicBezTo>
                    <a:pt x="143229" y="8901"/>
                    <a:pt x="142339" y="9771"/>
                    <a:pt x="141246" y="9771"/>
                  </a:cubicBezTo>
                  <a:cubicBezTo>
                    <a:pt x="140174" y="9771"/>
                    <a:pt x="139284" y="8901"/>
                    <a:pt x="139284" y="7809"/>
                  </a:cubicBezTo>
                  <a:cubicBezTo>
                    <a:pt x="139284" y="6878"/>
                    <a:pt x="139932" y="6110"/>
                    <a:pt x="140801" y="5907"/>
                  </a:cubicBezTo>
                  <a:lnTo>
                    <a:pt x="140275" y="5078"/>
                  </a:lnTo>
                  <a:lnTo>
                    <a:pt x="140842" y="3824"/>
                  </a:lnTo>
                  <a:lnTo>
                    <a:pt x="140801" y="2853"/>
                  </a:lnTo>
                  <a:lnTo>
                    <a:pt x="133438" y="2853"/>
                  </a:lnTo>
                  <a:lnTo>
                    <a:pt x="133438" y="3601"/>
                  </a:lnTo>
                  <a:lnTo>
                    <a:pt x="134287" y="4350"/>
                  </a:lnTo>
                  <a:lnTo>
                    <a:pt x="134287" y="5240"/>
                  </a:lnTo>
                  <a:lnTo>
                    <a:pt x="134834" y="5968"/>
                  </a:lnTo>
                  <a:cubicBezTo>
                    <a:pt x="135097" y="6069"/>
                    <a:pt x="135319" y="6211"/>
                    <a:pt x="135521" y="6393"/>
                  </a:cubicBezTo>
                  <a:cubicBezTo>
                    <a:pt x="135724" y="6595"/>
                    <a:pt x="135886" y="6818"/>
                    <a:pt x="135987" y="7081"/>
                  </a:cubicBezTo>
                  <a:cubicBezTo>
                    <a:pt x="136088" y="7323"/>
                    <a:pt x="136149" y="7586"/>
                    <a:pt x="136149" y="7849"/>
                  </a:cubicBezTo>
                  <a:cubicBezTo>
                    <a:pt x="136149" y="8274"/>
                    <a:pt x="136027" y="8638"/>
                    <a:pt x="135805" y="8962"/>
                  </a:cubicBezTo>
                  <a:cubicBezTo>
                    <a:pt x="135461" y="9488"/>
                    <a:pt x="134854" y="9832"/>
                    <a:pt x="134186" y="9832"/>
                  </a:cubicBezTo>
                  <a:cubicBezTo>
                    <a:pt x="134065" y="9832"/>
                    <a:pt x="133964" y="9812"/>
                    <a:pt x="133883" y="9812"/>
                  </a:cubicBezTo>
                  <a:cubicBezTo>
                    <a:pt x="133680" y="9771"/>
                    <a:pt x="133498" y="9710"/>
                    <a:pt x="133316" y="9630"/>
                  </a:cubicBezTo>
                  <a:cubicBezTo>
                    <a:pt x="133053" y="9508"/>
                    <a:pt x="132831" y="9326"/>
                    <a:pt x="132649" y="9083"/>
                  </a:cubicBezTo>
                  <a:cubicBezTo>
                    <a:pt x="132527" y="8942"/>
                    <a:pt x="132426" y="8780"/>
                    <a:pt x="132365" y="8598"/>
                  </a:cubicBezTo>
                  <a:cubicBezTo>
                    <a:pt x="132325" y="8537"/>
                    <a:pt x="132305" y="8476"/>
                    <a:pt x="132285" y="8416"/>
                  </a:cubicBezTo>
                  <a:cubicBezTo>
                    <a:pt x="132224" y="8213"/>
                    <a:pt x="132183" y="8031"/>
                    <a:pt x="132183" y="7809"/>
                  </a:cubicBezTo>
                  <a:cubicBezTo>
                    <a:pt x="132183" y="7242"/>
                    <a:pt x="132446" y="6716"/>
                    <a:pt x="132831" y="6373"/>
                  </a:cubicBezTo>
                  <a:lnTo>
                    <a:pt x="132790" y="6373"/>
                  </a:lnTo>
                  <a:lnTo>
                    <a:pt x="132831" y="6110"/>
                  </a:lnTo>
                  <a:lnTo>
                    <a:pt x="132123" y="5685"/>
                  </a:lnTo>
                  <a:lnTo>
                    <a:pt x="132123" y="4815"/>
                  </a:lnTo>
                  <a:lnTo>
                    <a:pt x="132365" y="4350"/>
                  </a:lnTo>
                  <a:lnTo>
                    <a:pt x="132527" y="2853"/>
                  </a:lnTo>
                  <a:lnTo>
                    <a:pt x="129412" y="2853"/>
                  </a:lnTo>
                  <a:lnTo>
                    <a:pt x="128279" y="4006"/>
                  </a:lnTo>
                  <a:lnTo>
                    <a:pt x="128279" y="6110"/>
                  </a:lnTo>
                  <a:lnTo>
                    <a:pt x="128036" y="6150"/>
                  </a:lnTo>
                  <a:cubicBezTo>
                    <a:pt x="128643" y="6474"/>
                    <a:pt x="129048" y="7121"/>
                    <a:pt x="129048" y="7849"/>
                  </a:cubicBezTo>
                  <a:cubicBezTo>
                    <a:pt x="129048" y="8679"/>
                    <a:pt x="128562" y="9367"/>
                    <a:pt x="127854" y="9670"/>
                  </a:cubicBezTo>
                  <a:cubicBezTo>
                    <a:pt x="127793" y="9690"/>
                    <a:pt x="127733" y="9710"/>
                    <a:pt x="127672" y="9731"/>
                  </a:cubicBezTo>
                  <a:cubicBezTo>
                    <a:pt x="127551" y="9771"/>
                    <a:pt x="127409" y="9812"/>
                    <a:pt x="127288" y="9812"/>
                  </a:cubicBezTo>
                  <a:cubicBezTo>
                    <a:pt x="127227" y="9832"/>
                    <a:pt x="127146" y="9832"/>
                    <a:pt x="127085" y="9832"/>
                  </a:cubicBezTo>
                  <a:cubicBezTo>
                    <a:pt x="127025" y="9832"/>
                    <a:pt x="126944" y="9832"/>
                    <a:pt x="126883" y="9812"/>
                  </a:cubicBezTo>
                  <a:cubicBezTo>
                    <a:pt x="126742" y="9812"/>
                    <a:pt x="126620" y="9771"/>
                    <a:pt x="126499" y="9731"/>
                  </a:cubicBezTo>
                  <a:cubicBezTo>
                    <a:pt x="126438" y="9710"/>
                    <a:pt x="126377" y="9690"/>
                    <a:pt x="126317" y="9670"/>
                  </a:cubicBezTo>
                  <a:cubicBezTo>
                    <a:pt x="125609" y="9367"/>
                    <a:pt x="125123" y="8679"/>
                    <a:pt x="125123" y="7849"/>
                  </a:cubicBezTo>
                  <a:cubicBezTo>
                    <a:pt x="125123" y="7607"/>
                    <a:pt x="125164" y="7364"/>
                    <a:pt x="125244" y="7141"/>
                  </a:cubicBezTo>
                  <a:cubicBezTo>
                    <a:pt x="125346" y="6919"/>
                    <a:pt x="125467" y="6716"/>
                    <a:pt x="125629" y="6534"/>
                  </a:cubicBezTo>
                  <a:lnTo>
                    <a:pt x="126580" y="5847"/>
                  </a:lnTo>
                  <a:lnTo>
                    <a:pt x="126418" y="1902"/>
                  </a:lnTo>
                  <a:cubicBezTo>
                    <a:pt x="126418" y="1902"/>
                    <a:pt x="126276" y="2387"/>
                    <a:pt x="125770" y="2630"/>
                  </a:cubicBezTo>
                  <a:cubicBezTo>
                    <a:pt x="125325" y="2818"/>
                    <a:pt x="125098" y="2833"/>
                    <a:pt x="125038" y="2833"/>
                  </a:cubicBezTo>
                  <a:cubicBezTo>
                    <a:pt x="125027" y="2833"/>
                    <a:pt x="125022" y="2832"/>
                    <a:pt x="125022" y="2832"/>
                  </a:cubicBezTo>
                  <a:lnTo>
                    <a:pt x="125022" y="2853"/>
                  </a:lnTo>
                  <a:lnTo>
                    <a:pt x="120733" y="2853"/>
                  </a:lnTo>
                  <a:lnTo>
                    <a:pt x="120025" y="0"/>
                  </a:lnTo>
                  <a:lnTo>
                    <a:pt x="118123" y="1619"/>
                  </a:lnTo>
                  <a:lnTo>
                    <a:pt x="120733" y="3358"/>
                  </a:lnTo>
                  <a:lnTo>
                    <a:pt x="119944" y="3743"/>
                  </a:lnTo>
                  <a:lnTo>
                    <a:pt x="119580" y="4673"/>
                  </a:lnTo>
                  <a:lnTo>
                    <a:pt x="120733" y="5725"/>
                  </a:lnTo>
                  <a:lnTo>
                    <a:pt x="120733" y="6049"/>
                  </a:lnTo>
                  <a:cubicBezTo>
                    <a:pt x="120834" y="6069"/>
                    <a:pt x="120915" y="6130"/>
                    <a:pt x="120996" y="6170"/>
                  </a:cubicBezTo>
                  <a:cubicBezTo>
                    <a:pt x="121158" y="6271"/>
                    <a:pt x="121300" y="6393"/>
                    <a:pt x="121441" y="6534"/>
                  </a:cubicBezTo>
                  <a:cubicBezTo>
                    <a:pt x="121765" y="6878"/>
                    <a:pt x="121947" y="7344"/>
                    <a:pt x="121947" y="7849"/>
                  </a:cubicBezTo>
                  <a:cubicBezTo>
                    <a:pt x="121947" y="8335"/>
                    <a:pt x="121785" y="8780"/>
                    <a:pt x="121502" y="9104"/>
                  </a:cubicBezTo>
                  <a:cubicBezTo>
                    <a:pt x="121421" y="9205"/>
                    <a:pt x="121340" y="9306"/>
                    <a:pt x="121239" y="9387"/>
                  </a:cubicBezTo>
                  <a:cubicBezTo>
                    <a:pt x="121198" y="9407"/>
                    <a:pt x="121138" y="9447"/>
                    <a:pt x="121097" y="9488"/>
                  </a:cubicBezTo>
                  <a:cubicBezTo>
                    <a:pt x="120976" y="9569"/>
                    <a:pt x="120875" y="9630"/>
                    <a:pt x="120753" y="9670"/>
                  </a:cubicBezTo>
                  <a:cubicBezTo>
                    <a:pt x="120693" y="9690"/>
                    <a:pt x="120632" y="9710"/>
                    <a:pt x="120571" y="9731"/>
                  </a:cubicBezTo>
                  <a:cubicBezTo>
                    <a:pt x="120450" y="9771"/>
                    <a:pt x="120329" y="9812"/>
                    <a:pt x="120187" y="9812"/>
                  </a:cubicBezTo>
                  <a:cubicBezTo>
                    <a:pt x="120126" y="9832"/>
                    <a:pt x="120066" y="9832"/>
                    <a:pt x="119985" y="9832"/>
                  </a:cubicBezTo>
                  <a:cubicBezTo>
                    <a:pt x="119580" y="9832"/>
                    <a:pt x="119196" y="9710"/>
                    <a:pt x="118892" y="9488"/>
                  </a:cubicBezTo>
                  <a:cubicBezTo>
                    <a:pt x="118366" y="9144"/>
                    <a:pt x="118022" y="8537"/>
                    <a:pt x="118022" y="7849"/>
                  </a:cubicBezTo>
                  <a:cubicBezTo>
                    <a:pt x="118022" y="7222"/>
                    <a:pt x="118326" y="6636"/>
                    <a:pt x="118811" y="6292"/>
                  </a:cubicBezTo>
                  <a:cubicBezTo>
                    <a:pt x="118892" y="6231"/>
                    <a:pt x="118953" y="6191"/>
                    <a:pt x="119034" y="6150"/>
                  </a:cubicBezTo>
                  <a:lnTo>
                    <a:pt x="118548" y="6069"/>
                  </a:lnTo>
                  <a:lnTo>
                    <a:pt x="118589" y="5725"/>
                  </a:lnTo>
                  <a:lnTo>
                    <a:pt x="119297" y="5725"/>
                  </a:lnTo>
                  <a:lnTo>
                    <a:pt x="119297" y="5037"/>
                  </a:lnTo>
                  <a:lnTo>
                    <a:pt x="116505" y="2853"/>
                  </a:lnTo>
                  <a:lnTo>
                    <a:pt x="113208" y="2853"/>
                  </a:lnTo>
                  <a:lnTo>
                    <a:pt x="112823" y="3116"/>
                  </a:lnTo>
                  <a:lnTo>
                    <a:pt x="113288" y="4046"/>
                  </a:lnTo>
                  <a:lnTo>
                    <a:pt x="113288" y="4936"/>
                  </a:lnTo>
                  <a:lnTo>
                    <a:pt x="112823" y="5563"/>
                  </a:lnTo>
                  <a:lnTo>
                    <a:pt x="112823" y="5867"/>
                  </a:lnTo>
                  <a:lnTo>
                    <a:pt x="112884" y="5887"/>
                  </a:lnTo>
                  <a:cubicBezTo>
                    <a:pt x="113976" y="5887"/>
                    <a:pt x="114866" y="6777"/>
                    <a:pt x="114866" y="7849"/>
                  </a:cubicBezTo>
                  <a:cubicBezTo>
                    <a:pt x="114866" y="8942"/>
                    <a:pt x="113976" y="9832"/>
                    <a:pt x="112884" y="9832"/>
                  </a:cubicBezTo>
                  <a:cubicBezTo>
                    <a:pt x="111812" y="9832"/>
                    <a:pt x="110922" y="8942"/>
                    <a:pt x="110922" y="7849"/>
                  </a:cubicBezTo>
                  <a:cubicBezTo>
                    <a:pt x="110922" y="7485"/>
                    <a:pt x="111023" y="7141"/>
                    <a:pt x="111225" y="6838"/>
                  </a:cubicBezTo>
                  <a:cubicBezTo>
                    <a:pt x="111286" y="6737"/>
                    <a:pt x="111346" y="6656"/>
                    <a:pt x="111427" y="6555"/>
                  </a:cubicBezTo>
                  <a:lnTo>
                    <a:pt x="111427" y="6555"/>
                  </a:lnTo>
                  <a:lnTo>
                    <a:pt x="111367" y="6575"/>
                  </a:lnTo>
                  <a:lnTo>
                    <a:pt x="111367" y="6575"/>
                  </a:lnTo>
                  <a:lnTo>
                    <a:pt x="111448" y="6534"/>
                  </a:lnTo>
                  <a:cubicBezTo>
                    <a:pt x="111589" y="6373"/>
                    <a:pt x="111771" y="6231"/>
                    <a:pt x="111974" y="6130"/>
                  </a:cubicBezTo>
                  <a:lnTo>
                    <a:pt x="111609" y="5361"/>
                  </a:lnTo>
                  <a:lnTo>
                    <a:pt x="110861" y="5219"/>
                  </a:lnTo>
                  <a:lnTo>
                    <a:pt x="110861" y="3338"/>
                  </a:lnTo>
                  <a:lnTo>
                    <a:pt x="110274" y="2853"/>
                  </a:lnTo>
                  <a:lnTo>
                    <a:pt x="107584" y="2853"/>
                  </a:lnTo>
                  <a:lnTo>
                    <a:pt x="107584" y="4107"/>
                  </a:lnTo>
                  <a:lnTo>
                    <a:pt x="106795" y="4107"/>
                  </a:lnTo>
                  <a:lnTo>
                    <a:pt x="106795" y="4633"/>
                  </a:lnTo>
                  <a:lnTo>
                    <a:pt x="107179" y="5139"/>
                  </a:lnTo>
                  <a:lnTo>
                    <a:pt x="106613" y="6130"/>
                  </a:lnTo>
                  <a:cubicBezTo>
                    <a:pt x="107118" y="6352"/>
                    <a:pt x="107523" y="6797"/>
                    <a:pt x="107685" y="7344"/>
                  </a:cubicBezTo>
                  <a:cubicBezTo>
                    <a:pt x="107745" y="7526"/>
                    <a:pt x="107766" y="7708"/>
                    <a:pt x="107766" y="7910"/>
                  </a:cubicBezTo>
                  <a:cubicBezTo>
                    <a:pt x="107766" y="8112"/>
                    <a:pt x="107725" y="8315"/>
                    <a:pt x="107685" y="8497"/>
                  </a:cubicBezTo>
                  <a:cubicBezTo>
                    <a:pt x="107644" y="8618"/>
                    <a:pt x="107584" y="8739"/>
                    <a:pt x="107523" y="8861"/>
                  </a:cubicBezTo>
                  <a:cubicBezTo>
                    <a:pt x="107402" y="9083"/>
                    <a:pt x="107240" y="9265"/>
                    <a:pt x="107058" y="9427"/>
                  </a:cubicBezTo>
                  <a:cubicBezTo>
                    <a:pt x="106714" y="9710"/>
                    <a:pt x="106269" y="9893"/>
                    <a:pt x="105803" y="9893"/>
                  </a:cubicBezTo>
                  <a:cubicBezTo>
                    <a:pt x="105601" y="9893"/>
                    <a:pt x="105399" y="9852"/>
                    <a:pt x="105217" y="9791"/>
                  </a:cubicBezTo>
                  <a:cubicBezTo>
                    <a:pt x="104407" y="9549"/>
                    <a:pt x="103821" y="8800"/>
                    <a:pt x="103821" y="7910"/>
                  </a:cubicBezTo>
                  <a:cubicBezTo>
                    <a:pt x="103821" y="6979"/>
                    <a:pt x="104468" y="6211"/>
                    <a:pt x="105338" y="6008"/>
                  </a:cubicBezTo>
                  <a:lnTo>
                    <a:pt x="104832" y="5179"/>
                  </a:lnTo>
                  <a:lnTo>
                    <a:pt x="105379" y="3925"/>
                  </a:lnTo>
                  <a:lnTo>
                    <a:pt x="105338" y="2853"/>
                  </a:lnTo>
                  <a:lnTo>
                    <a:pt x="104711" y="1902"/>
                  </a:lnTo>
                  <a:lnTo>
                    <a:pt x="102890" y="2327"/>
                  </a:lnTo>
                  <a:lnTo>
                    <a:pt x="103720" y="2853"/>
                  </a:lnTo>
                  <a:lnTo>
                    <a:pt x="99087" y="2853"/>
                  </a:lnTo>
                  <a:lnTo>
                    <a:pt x="98622" y="3176"/>
                  </a:lnTo>
                  <a:lnTo>
                    <a:pt x="99087" y="4107"/>
                  </a:lnTo>
                  <a:lnTo>
                    <a:pt x="99087" y="4997"/>
                  </a:lnTo>
                  <a:lnTo>
                    <a:pt x="98622" y="5624"/>
                  </a:lnTo>
                  <a:lnTo>
                    <a:pt x="98622" y="5928"/>
                  </a:lnTo>
                  <a:lnTo>
                    <a:pt x="98682" y="5948"/>
                  </a:lnTo>
                  <a:lnTo>
                    <a:pt x="98703" y="5948"/>
                  </a:lnTo>
                  <a:cubicBezTo>
                    <a:pt x="98905" y="5948"/>
                    <a:pt x="99107" y="5988"/>
                    <a:pt x="99289" y="6029"/>
                  </a:cubicBezTo>
                  <a:cubicBezTo>
                    <a:pt x="100098" y="6292"/>
                    <a:pt x="100665" y="7040"/>
                    <a:pt x="100665" y="7910"/>
                  </a:cubicBezTo>
                  <a:cubicBezTo>
                    <a:pt x="100665" y="8800"/>
                    <a:pt x="100098" y="9549"/>
                    <a:pt x="99289" y="9791"/>
                  </a:cubicBezTo>
                  <a:cubicBezTo>
                    <a:pt x="99107" y="9852"/>
                    <a:pt x="98905" y="9893"/>
                    <a:pt x="98703" y="9893"/>
                  </a:cubicBezTo>
                  <a:cubicBezTo>
                    <a:pt x="98561" y="9893"/>
                    <a:pt x="98440" y="9872"/>
                    <a:pt x="98298" y="9852"/>
                  </a:cubicBezTo>
                  <a:cubicBezTo>
                    <a:pt x="97408" y="9650"/>
                    <a:pt x="96740" y="8861"/>
                    <a:pt x="96740" y="7910"/>
                  </a:cubicBezTo>
                  <a:cubicBezTo>
                    <a:pt x="96740" y="7789"/>
                    <a:pt x="96740" y="7667"/>
                    <a:pt x="96761" y="7546"/>
                  </a:cubicBezTo>
                  <a:cubicBezTo>
                    <a:pt x="96841" y="7202"/>
                    <a:pt x="97003" y="6878"/>
                    <a:pt x="97226" y="6615"/>
                  </a:cubicBezTo>
                  <a:lnTo>
                    <a:pt x="97185" y="6615"/>
                  </a:lnTo>
                  <a:lnTo>
                    <a:pt x="97266" y="6595"/>
                  </a:lnTo>
                  <a:cubicBezTo>
                    <a:pt x="97408" y="6433"/>
                    <a:pt x="97590" y="6292"/>
                    <a:pt x="97772" y="6191"/>
                  </a:cubicBezTo>
                  <a:lnTo>
                    <a:pt x="97408" y="5402"/>
                  </a:lnTo>
                  <a:lnTo>
                    <a:pt x="96680" y="5280"/>
                  </a:lnTo>
                  <a:lnTo>
                    <a:pt x="96680" y="3399"/>
                  </a:lnTo>
                  <a:lnTo>
                    <a:pt x="95486" y="1801"/>
                  </a:lnTo>
                  <a:lnTo>
                    <a:pt x="94960" y="2853"/>
                  </a:lnTo>
                  <a:lnTo>
                    <a:pt x="90267" y="2853"/>
                  </a:lnTo>
                  <a:lnTo>
                    <a:pt x="89356" y="749"/>
                  </a:lnTo>
                  <a:lnTo>
                    <a:pt x="88668" y="2428"/>
                  </a:lnTo>
                  <a:lnTo>
                    <a:pt x="90408" y="4896"/>
                  </a:lnTo>
                  <a:lnTo>
                    <a:pt x="89943" y="5826"/>
                  </a:lnTo>
                  <a:lnTo>
                    <a:pt x="90004" y="5847"/>
                  </a:lnTo>
                  <a:lnTo>
                    <a:pt x="90024" y="5847"/>
                  </a:lnTo>
                  <a:cubicBezTo>
                    <a:pt x="91096" y="5847"/>
                    <a:pt x="91986" y="6716"/>
                    <a:pt x="91986" y="7809"/>
                  </a:cubicBezTo>
                  <a:cubicBezTo>
                    <a:pt x="91986" y="8901"/>
                    <a:pt x="91096" y="9771"/>
                    <a:pt x="90024" y="9771"/>
                  </a:cubicBezTo>
                  <a:cubicBezTo>
                    <a:pt x="88931" y="9771"/>
                    <a:pt x="88041" y="8901"/>
                    <a:pt x="88041" y="7809"/>
                  </a:cubicBezTo>
                  <a:cubicBezTo>
                    <a:pt x="88041" y="7303"/>
                    <a:pt x="88244" y="6858"/>
                    <a:pt x="88547" y="6514"/>
                  </a:cubicBezTo>
                  <a:lnTo>
                    <a:pt x="88507" y="6514"/>
                  </a:lnTo>
                  <a:lnTo>
                    <a:pt x="88567" y="6494"/>
                  </a:lnTo>
                  <a:cubicBezTo>
                    <a:pt x="88729" y="6332"/>
                    <a:pt x="88891" y="6191"/>
                    <a:pt x="89093" y="6089"/>
                  </a:cubicBezTo>
                  <a:lnTo>
                    <a:pt x="88729" y="5300"/>
                  </a:lnTo>
                  <a:lnTo>
                    <a:pt x="87981" y="5159"/>
                  </a:lnTo>
                  <a:lnTo>
                    <a:pt x="87981" y="3298"/>
                  </a:lnTo>
                  <a:lnTo>
                    <a:pt x="87455" y="2853"/>
                  </a:lnTo>
                  <a:lnTo>
                    <a:pt x="84703" y="2853"/>
                  </a:lnTo>
                  <a:lnTo>
                    <a:pt x="84703" y="4006"/>
                  </a:lnTo>
                  <a:lnTo>
                    <a:pt x="83914" y="4006"/>
                  </a:lnTo>
                  <a:lnTo>
                    <a:pt x="83914" y="4511"/>
                  </a:lnTo>
                  <a:lnTo>
                    <a:pt x="84299" y="5037"/>
                  </a:lnTo>
                  <a:lnTo>
                    <a:pt x="83914" y="5442"/>
                  </a:lnTo>
                  <a:lnTo>
                    <a:pt x="84885" y="5847"/>
                  </a:lnTo>
                  <a:lnTo>
                    <a:pt x="83732" y="6029"/>
                  </a:lnTo>
                  <a:cubicBezTo>
                    <a:pt x="84420" y="6332"/>
                    <a:pt x="84885" y="7020"/>
                    <a:pt x="84885" y="7809"/>
                  </a:cubicBezTo>
                  <a:cubicBezTo>
                    <a:pt x="84885" y="8901"/>
                    <a:pt x="84016" y="9771"/>
                    <a:pt x="82923" y="9771"/>
                  </a:cubicBezTo>
                  <a:cubicBezTo>
                    <a:pt x="81831" y="9771"/>
                    <a:pt x="80961" y="8901"/>
                    <a:pt x="80961" y="7809"/>
                  </a:cubicBezTo>
                  <a:cubicBezTo>
                    <a:pt x="80961" y="6878"/>
                    <a:pt x="81608" y="6110"/>
                    <a:pt x="82458" y="5907"/>
                  </a:cubicBezTo>
                  <a:lnTo>
                    <a:pt x="81952" y="5078"/>
                  </a:lnTo>
                  <a:lnTo>
                    <a:pt x="82519" y="3824"/>
                  </a:lnTo>
                  <a:lnTo>
                    <a:pt x="82478" y="2853"/>
                  </a:lnTo>
                  <a:lnTo>
                    <a:pt x="78695" y="2853"/>
                  </a:lnTo>
                  <a:lnTo>
                    <a:pt x="77259" y="1437"/>
                  </a:lnTo>
                  <a:lnTo>
                    <a:pt x="76955" y="2145"/>
                  </a:lnTo>
                  <a:lnTo>
                    <a:pt x="76207" y="2145"/>
                  </a:lnTo>
                  <a:lnTo>
                    <a:pt x="74710" y="4248"/>
                  </a:lnTo>
                  <a:lnTo>
                    <a:pt x="76126" y="5867"/>
                  </a:lnTo>
                  <a:lnTo>
                    <a:pt x="76106" y="5867"/>
                  </a:lnTo>
                  <a:cubicBezTo>
                    <a:pt x="77056" y="6008"/>
                    <a:pt x="77805" y="6818"/>
                    <a:pt x="77805" y="7809"/>
                  </a:cubicBezTo>
                  <a:cubicBezTo>
                    <a:pt x="77805" y="8901"/>
                    <a:pt x="76915" y="9771"/>
                    <a:pt x="75822" y="9771"/>
                  </a:cubicBezTo>
                  <a:cubicBezTo>
                    <a:pt x="74750" y="9771"/>
                    <a:pt x="73860" y="8901"/>
                    <a:pt x="73860" y="7809"/>
                  </a:cubicBezTo>
                  <a:cubicBezTo>
                    <a:pt x="73860" y="7323"/>
                    <a:pt x="74042" y="6878"/>
                    <a:pt x="74346" y="6534"/>
                  </a:cubicBezTo>
                  <a:lnTo>
                    <a:pt x="74325" y="6534"/>
                  </a:lnTo>
                  <a:lnTo>
                    <a:pt x="74285" y="5644"/>
                  </a:lnTo>
                  <a:lnTo>
                    <a:pt x="73617" y="5442"/>
                  </a:lnTo>
                  <a:lnTo>
                    <a:pt x="73617" y="3864"/>
                  </a:lnTo>
                  <a:lnTo>
                    <a:pt x="74103" y="3864"/>
                  </a:lnTo>
                  <a:lnTo>
                    <a:pt x="74103" y="2853"/>
                  </a:lnTo>
                  <a:lnTo>
                    <a:pt x="71008" y="2853"/>
                  </a:lnTo>
                  <a:lnTo>
                    <a:pt x="69935" y="3945"/>
                  </a:lnTo>
                  <a:lnTo>
                    <a:pt x="69935" y="6049"/>
                  </a:lnTo>
                  <a:lnTo>
                    <a:pt x="69693" y="6110"/>
                  </a:lnTo>
                  <a:cubicBezTo>
                    <a:pt x="70279" y="6433"/>
                    <a:pt x="70704" y="7081"/>
                    <a:pt x="70704" y="7809"/>
                  </a:cubicBezTo>
                  <a:cubicBezTo>
                    <a:pt x="70704" y="8901"/>
                    <a:pt x="69814" y="9771"/>
                    <a:pt x="68742" y="9771"/>
                  </a:cubicBezTo>
                  <a:cubicBezTo>
                    <a:pt x="67649" y="9771"/>
                    <a:pt x="66759" y="8901"/>
                    <a:pt x="66759" y="7809"/>
                  </a:cubicBezTo>
                  <a:cubicBezTo>
                    <a:pt x="66759" y="7303"/>
                    <a:pt x="66962" y="6838"/>
                    <a:pt x="67285" y="6494"/>
                  </a:cubicBezTo>
                  <a:lnTo>
                    <a:pt x="69146" y="4491"/>
                  </a:lnTo>
                  <a:lnTo>
                    <a:pt x="69652" y="2832"/>
                  </a:lnTo>
                  <a:lnTo>
                    <a:pt x="66618" y="1437"/>
                  </a:lnTo>
                  <a:lnTo>
                    <a:pt x="66152" y="2832"/>
                  </a:lnTo>
                  <a:lnTo>
                    <a:pt x="66152" y="2853"/>
                  </a:lnTo>
                  <a:lnTo>
                    <a:pt x="62390" y="2853"/>
                  </a:lnTo>
                  <a:lnTo>
                    <a:pt x="62390" y="3318"/>
                  </a:lnTo>
                  <a:lnTo>
                    <a:pt x="61601" y="3702"/>
                  </a:lnTo>
                  <a:lnTo>
                    <a:pt x="61216" y="4633"/>
                  </a:lnTo>
                  <a:lnTo>
                    <a:pt x="62390" y="5685"/>
                  </a:lnTo>
                  <a:lnTo>
                    <a:pt x="62390" y="5988"/>
                  </a:lnTo>
                  <a:cubicBezTo>
                    <a:pt x="63098" y="6292"/>
                    <a:pt x="63603" y="7000"/>
                    <a:pt x="63603" y="7809"/>
                  </a:cubicBezTo>
                  <a:cubicBezTo>
                    <a:pt x="63603" y="8901"/>
                    <a:pt x="62734" y="9771"/>
                    <a:pt x="61641" y="9771"/>
                  </a:cubicBezTo>
                  <a:cubicBezTo>
                    <a:pt x="60549" y="9771"/>
                    <a:pt x="59679" y="8901"/>
                    <a:pt x="59679" y="7809"/>
                  </a:cubicBezTo>
                  <a:cubicBezTo>
                    <a:pt x="59679" y="7081"/>
                    <a:pt x="60083" y="6433"/>
                    <a:pt x="60690" y="6110"/>
                  </a:cubicBezTo>
                  <a:lnTo>
                    <a:pt x="60185" y="6029"/>
                  </a:lnTo>
                  <a:lnTo>
                    <a:pt x="60245" y="5685"/>
                  </a:lnTo>
                  <a:lnTo>
                    <a:pt x="60933" y="5685"/>
                  </a:lnTo>
                  <a:lnTo>
                    <a:pt x="60933" y="4997"/>
                  </a:lnTo>
                  <a:lnTo>
                    <a:pt x="59315" y="1194"/>
                  </a:lnTo>
                  <a:lnTo>
                    <a:pt x="58202" y="2853"/>
                  </a:lnTo>
                  <a:lnTo>
                    <a:pt x="54783" y="2853"/>
                  </a:lnTo>
                  <a:lnTo>
                    <a:pt x="54480" y="3075"/>
                  </a:lnTo>
                  <a:lnTo>
                    <a:pt x="54945" y="4006"/>
                  </a:lnTo>
                  <a:lnTo>
                    <a:pt x="54945" y="4896"/>
                  </a:lnTo>
                  <a:lnTo>
                    <a:pt x="54480" y="5523"/>
                  </a:lnTo>
                  <a:lnTo>
                    <a:pt x="54480" y="5826"/>
                  </a:lnTo>
                  <a:lnTo>
                    <a:pt x="54520" y="5847"/>
                  </a:lnTo>
                  <a:lnTo>
                    <a:pt x="54540" y="5847"/>
                  </a:lnTo>
                  <a:cubicBezTo>
                    <a:pt x="55633" y="5847"/>
                    <a:pt x="56503" y="6716"/>
                    <a:pt x="56503" y="7809"/>
                  </a:cubicBezTo>
                  <a:cubicBezTo>
                    <a:pt x="56503" y="8901"/>
                    <a:pt x="55633" y="9771"/>
                    <a:pt x="54540" y="9771"/>
                  </a:cubicBezTo>
                  <a:cubicBezTo>
                    <a:pt x="53448" y="9771"/>
                    <a:pt x="52578" y="8901"/>
                    <a:pt x="52578" y="7809"/>
                  </a:cubicBezTo>
                  <a:cubicBezTo>
                    <a:pt x="52578" y="7303"/>
                    <a:pt x="52760" y="6858"/>
                    <a:pt x="53084" y="6514"/>
                  </a:cubicBezTo>
                  <a:lnTo>
                    <a:pt x="53023" y="6514"/>
                  </a:lnTo>
                  <a:lnTo>
                    <a:pt x="53104" y="6494"/>
                  </a:lnTo>
                  <a:cubicBezTo>
                    <a:pt x="53246" y="6332"/>
                    <a:pt x="53428" y="6191"/>
                    <a:pt x="53610" y="6089"/>
                  </a:cubicBezTo>
                  <a:lnTo>
                    <a:pt x="53266" y="5300"/>
                  </a:lnTo>
                  <a:lnTo>
                    <a:pt x="52517" y="5159"/>
                  </a:lnTo>
                  <a:lnTo>
                    <a:pt x="52517" y="3298"/>
                  </a:lnTo>
                  <a:lnTo>
                    <a:pt x="51971" y="2853"/>
                  </a:lnTo>
                  <a:lnTo>
                    <a:pt x="49240" y="2853"/>
                  </a:lnTo>
                  <a:lnTo>
                    <a:pt x="49240" y="4006"/>
                  </a:lnTo>
                  <a:lnTo>
                    <a:pt x="48431" y="4006"/>
                  </a:lnTo>
                  <a:lnTo>
                    <a:pt x="48431" y="4511"/>
                  </a:lnTo>
                  <a:lnTo>
                    <a:pt x="48835" y="5037"/>
                  </a:lnTo>
                  <a:lnTo>
                    <a:pt x="48714" y="5786"/>
                  </a:lnTo>
                  <a:lnTo>
                    <a:pt x="48269" y="6029"/>
                  </a:lnTo>
                  <a:cubicBezTo>
                    <a:pt x="48937" y="6332"/>
                    <a:pt x="49422" y="7020"/>
                    <a:pt x="49422" y="7809"/>
                  </a:cubicBezTo>
                  <a:cubicBezTo>
                    <a:pt x="49422" y="8901"/>
                    <a:pt x="48532" y="9771"/>
                    <a:pt x="47440" y="9771"/>
                  </a:cubicBezTo>
                  <a:cubicBezTo>
                    <a:pt x="46367" y="9771"/>
                    <a:pt x="45477" y="8901"/>
                    <a:pt x="45477" y="7809"/>
                  </a:cubicBezTo>
                  <a:cubicBezTo>
                    <a:pt x="45477" y="6878"/>
                    <a:pt x="46125" y="6110"/>
                    <a:pt x="46994" y="5907"/>
                  </a:cubicBezTo>
                  <a:lnTo>
                    <a:pt x="46469" y="5078"/>
                  </a:lnTo>
                  <a:lnTo>
                    <a:pt x="47035" y="3824"/>
                  </a:lnTo>
                  <a:lnTo>
                    <a:pt x="46994" y="2853"/>
                  </a:lnTo>
                  <a:lnTo>
                    <a:pt x="39631" y="2853"/>
                  </a:lnTo>
                  <a:lnTo>
                    <a:pt x="39631" y="3601"/>
                  </a:lnTo>
                  <a:lnTo>
                    <a:pt x="40480" y="4350"/>
                  </a:lnTo>
                  <a:lnTo>
                    <a:pt x="40480" y="5240"/>
                  </a:lnTo>
                  <a:lnTo>
                    <a:pt x="41027" y="5968"/>
                  </a:lnTo>
                  <a:cubicBezTo>
                    <a:pt x="41553" y="6150"/>
                    <a:pt x="41957" y="6555"/>
                    <a:pt x="42180" y="7081"/>
                  </a:cubicBezTo>
                  <a:cubicBezTo>
                    <a:pt x="42281" y="7323"/>
                    <a:pt x="42342" y="7586"/>
                    <a:pt x="42342" y="7849"/>
                  </a:cubicBezTo>
                  <a:cubicBezTo>
                    <a:pt x="42342" y="8942"/>
                    <a:pt x="41451" y="9832"/>
                    <a:pt x="40379" y="9832"/>
                  </a:cubicBezTo>
                  <a:cubicBezTo>
                    <a:pt x="39550" y="9832"/>
                    <a:pt x="38842" y="9326"/>
                    <a:pt x="38559" y="8598"/>
                  </a:cubicBezTo>
                  <a:cubicBezTo>
                    <a:pt x="38437" y="8355"/>
                    <a:pt x="38376" y="8092"/>
                    <a:pt x="38376" y="7809"/>
                  </a:cubicBezTo>
                  <a:cubicBezTo>
                    <a:pt x="38376" y="7242"/>
                    <a:pt x="38639" y="6716"/>
                    <a:pt x="39024" y="6373"/>
                  </a:cubicBezTo>
                  <a:lnTo>
                    <a:pt x="38983" y="6373"/>
                  </a:lnTo>
                  <a:lnTo>
                    <a:pt x="39024" y="6110"/>
                  </a:lnTo>
                  <a:lnTo>
                    <a:pt x="38336" y="5685"/>
                  </a:lnTo>
                  <a:lnTo>
                    <a:pt x="38336" y="4815"/>
                  </a:lnTo>
                  <a:lnTo>
                    <a:pt x="38559" y="4350"/>
                  </a:lnTo>
                  <a:lnTo>
                    <a:pt x="38720" y="2853"/>
                  </a:lnTo>
                  <a:lnTo>
                    <a:pt x="35605" y="2853"/>
                  </a:lnTo>
                  <a:lnTo>
                    <a:pt x="34492" y="4006"/>
                  </a:lnTo>
                  <a:lnTo>
                    <a:pt x="34492" y="6110"/>
                  </a:lnTo>
                  <a:lnTo>
                    <a:pt x="34229" y="6150"/>
                  </a:lnTo>
                  <a:cubicBezTo>
                    <a:pt x="34836" y="6474"/>
                    <a:pt x="35241" y="7121"/>
                    <a:pt x="35241" y="7849"/>
                  </a:cubicBezTo>
                  <a:cubicBezTo>
                    <a:pt x="35241" y="8942"/>
                    <a:pt x="34371" y="9832"/>
                    <a:pt x="33278" y="9832"/>
                  </a:cubicBezTo>
                  <a:cubicBezTo>
                    <a:pt x="32186" y="9832"/>
                    <a:pt x="31316" y="8942"/>
                    <a:pt x="31316" y="7849"/>
                  </a:cubicBezTo>
                  <a:cubicBezTo>
                    <a:pt x="31316" y="7344"/>
                    <a:pt x="31498" y="6899"/>
                    <a:pt x="31822" y="6534"/>
                  </a:cubicBezTo>
                  <a:lnTo>
                    <a:pt x="32773" y="5847"/>
                  </a:lnTo>
                  <a:lnTo>
                    <a:pt x="32611" y="1902"/>
                  </a:lnTo>
                  <a:cubicBezTo>
                    <a:pt x="32611" y="1902"/>
                    <a:pt x="32469" y="2387"/>
                    <a:pt x="31964" y="2630"/>
                  </a:cubicBezTo>
                  <a:cubicBezTo>
                    <a:pt x="31536" y="2818"/>
                    <a:pt x="31296" y="2833"/>
                    <a:pt x="31232" y="2833"/>
                  </a:cubicBezTo>
                  <a:cubicBezTo>
                    <a:pt x="31221" y="2833"/>
                    <a:pt x="31215" y="2832"/>
                    <a:pt x="31215" y="2832"/>
                  </a:cubicBezTo>
                  <a:lnTo>
                    <a:pt x="31215" y="2853"/>
                  </a:lnTo>
                  <a:lnTo>
                    <a:pt x="26926" y="2853"/>
                  </a:lnTo>
                  <a:lnTo>
                    <a:pt x="26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57150" dist="9525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62"/>
            <p:cNvSpPr/>
            <p:nvPr/>
          </p:nvSpPr>
          <p:spPr>
            <a:xfrm>
              <a:off x="65100" y="344350"/>
              <a:ext cx="9013800" cy="47511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68" name="Google Shape;4168;p6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169" name="Google Shape;4169;p6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170" name="Google Shape;4170;p6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6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2" name="Google Shape;4172;p6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3" name="Google Shape;4173;p6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6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6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6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" name="Google Shape;4185;p6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" name="Google Shape;4186;p6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" name="Google Shape;4187;p6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" name="Google Shape;4188;p6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6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6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6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6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6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6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6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6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6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6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6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" name="Google Shape;4200;p6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" name="Google Shape;4201;p6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6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6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6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6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6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6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6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6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6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6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6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" name="Google Shape;4213;p6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" name="Google Shape;4214;p6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6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6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6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6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6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6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6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6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6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6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" name="Google Shape;4226;p6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" name="Google Shape;4227;p6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6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6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6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6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232" name="Google Shape;4232;p6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6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34" name="Google Shape;4234;p62"/>
          <p:cNvSpPr txBox="1">
            <a:spLocks noGrp="1"/>
          </p:cNvSpPr>
          <p:nvPr>
            <p:ph type="ctrTitle"/>
          </p:nvPr>
        </p:nvSpPr>
        <p:spPr>
          <a:xfrm>
            <a:off x="717525" y="1337638"/>
            <a:ext cx="5249400" cy="21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Londrina Solid"/>
              <a:buNone/>
              <a:defRPr sz="61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9pPr>
          </a:lstStyle>
          <a:p>
            <a:endParaRPr/>
          </a:p>
        </p:txBody>
      </p:sp>
      <p:sp>
        <p:nvSpPr>
          <p:cNvPr id="4235" name="Google Shape;4235;p62"/>
          <p:cNvSpPr txBox="1">
            <a:spLocks noGrp="1"/>
          </p:cNvSpPr>
          <p:nvPr>
            <p:ph type="subTitle" idx="1"/>
          </p:nvPr>
        </p:nvSpPr>
        <p:spPr>
          <a:xfrm>
            <a:off x="717525" y="3441363"/>
            <a:ext cx="3932100" cy="36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latin typeface="Antic"/>
                <a:ea typeface="Antic"/>
                <a:cs typeface="Antic"/>
                <a:sym typeface="Antic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p6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8" name="Google Shape;4238;p6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39" name="Google Shape;4239;p6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240" name="Google Shape;4240;p6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241" name="Google Shape;4241;p6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6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6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6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6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6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6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6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6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6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6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" name="Google Shape;4252;p6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" name="Google Shape;4253;p6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6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6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6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6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6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6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6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6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6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6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6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" name="Google Shape;4265;p6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" name="Google Shape;4266;p6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6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6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6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6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6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6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6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6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6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6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6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6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6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6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6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6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6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6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6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6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6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6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6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6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6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6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6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6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6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6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6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6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6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6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6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6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03" name="Google Shape;4303;p6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05" name="Google Shape;4305;p63"/>
          <p:cNvSpPr txBox="1">
            <a:spLocks noGrp="1"/>
          </p:cNvSpPr>
          <p:nvPr>
            <p:ph type="title"/>
          </p:nvPr>
        </p:nvSpPr>
        <p:spPr>
          <a:xfrm>
            <a:off x="2049300" y="1918725"/>
            <a:ext cx="5045400" cy="205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6000"/>
            </a:lvl1pPr>
            <a:lvl2pPr lvl="1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4306" name="Google Shape;4306;p6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936725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0"/>
              <a:buNone/>
              <a:defRPr sz="8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307" name="Google Shape;4307;p63"/>
          <p:cNvSpPr txBox="1">
            <a:spLocks noGrp="1"/>
          </p:cNvSpPr>
          <p:nvPr>
            <p:ph type="subTitle" idx="1"/>
          </p:nvPr>
        </p:nvSpPr>
        <p:spPr>
          <a:xfrm>
            <a:off x="2038200" y="4029800"/>
            <a:ext cx="5067600" cy="375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9" name="Google Shape;4309;p6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0" name="Google Shape;4310;p6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11" name="Google Shape;4311;p6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312" name="Google Shape;4312;p6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313" name="Google Shape;4313;p6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6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6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6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6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6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6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6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6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6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6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6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6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6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6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6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6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6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6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6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6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6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6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6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6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6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6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6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6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6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6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6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6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6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6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6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6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6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6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6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6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6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6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6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6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6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6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6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6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6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6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6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6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6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6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6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6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6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6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6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6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6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75" name="Google Shape;4375;p6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6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77" name="Google Shape;4377;p6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378" name="Google Shape;4378;p64"/>
          <p:cNvSpPr txBox="1">
            <a:spLocks noGrp="1"/>
          </p:cNvSpPr>
          <p:nvPr>
            <p:ph type="body" idx="1"/>
          </p:nvPr>
        </p:nvSpPr>
        <p:spPr>
          <a:xfrm>
            <a:off x="720000" y="1139547"/>
            <a:ext cx="7704000" cy="33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0" name="Google Shape;4380;p6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1" name="Google Shape;4381;p6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82" name="Google Shape;4382;p6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383" name="Google Shape;4383;p6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384" name="Google Shape;4384;p6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6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6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6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6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6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6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6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6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6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6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" name="Google Shape;4395;p6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6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6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6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6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6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6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6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6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6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6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6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6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6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6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6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6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6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6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6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6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6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6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6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6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6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6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6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6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6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6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6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6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6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6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6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6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6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6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" name="Google Shape;4434;p6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4435;p6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6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6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6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6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6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6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6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6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6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6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446" name="Google Shape;4446;p6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6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48" name="Google Shape;4448;p65"/>
          <p:cNvSpPr txBox="1">
            <a:spLocks noGrp="1"/>
          </p:cNvSpPr>
          <p:nvPr>
            <p:ph type="subTitle" idx="1"/>
          </p:nvPr>
        </p:nvSpPr>
        <p:spPr>
          <a:xfrm rot="-233140">
            <a:off x="1176062" y="3455225"/>
            <a:ext cx="2155956" cy="389995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49" name="Google Shape;4449;p65"/>
          <p:cNvSpPr txBox="1">
            <a:spLocks noGrp="1"/>
          </p:cNvSpPr>
          <p:nvPr>
            <p:ph type="subTitle" idx="2"/>
          </p:nvPr>
        </p:nvSpPr>
        <p:spPr>
          <a:xfrm>
            <a:off x="3493875" y="3609975"/>
            <a:ext cx="2156100" cy="3900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50" name="Google Shape;4450;p65"/>
          <p:cNvSpPr txBox="1">
            <a:spLocks noGrp="1"/>
          </p:cNvSpPr>
          <p:nvPr>
            <p:ph type="subTitle" idx="3"/>
          </p:nvPr>
        </p:nvSpPr>
        <p:spPr>
          <a:xfrm rot="252770">
            <a:off x="5805956" y="3454860"/>
            <a:ext cx="2156226" cy="389843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51" name="Google Shape;4451;p65"/>
          <p:cNvSpPr/>
          <p:nvPr/>
        </p:nvSpPr>
        <p:spPr>
          <a:xfrm rot="-233298">
            <a:off x="1299061" y="1425764"/>
            <a:ext cx="1725372" cy="172537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2" name="Google Shape;4452;p6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453" name="Google Shape;4453;p65"/>
          <p:cNvSpPr txBox="1">
            <a:spLocks noGrp="1"/>
          </p:cNvSpPr>
          <p:nvPr>
            <p:ph type="subTitle" idx="4"/>
          </p:nvPr>
        </p:nvSpPr>
        <p:spPr>
          <a:xfrm>
            <a:off x="11073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454" name="Google Shape;4454;p65"/>
          <p:cNvSpPr>
            <a:spLocks noGrp="1"/>
          </p:cNvSpPr>
          <p:nvPr>
            <p:ph type="pic" idx="5"/>
          </p:nvPr>
        </p:nvSpPr>
        <p:spPr>
          <a:xfrm rot="-233074">
            <a:off x="1391105" y="1517928"/>
            <a:ext cx="1541040" cy="1541040"/>
          </a:xfrm>
          <a:prstGeom prst="rect">
            <a:avLst/>
          </a:prstGeom>
          <a:noFill/>
          <a:ln>
            <a:noFill/>
          </a:ln>
        </p:spPr>
      </p:sp>
      <p:sp>
        <p:nvSpPr>
          <p:cNvPr id="4455" name="Google Shape;4455;p65"/>
          <p:cNvSpPr/>
          <p:nvPr/>
        </p:nvSpPr>
        <p:spPr>
          <a:xfrm>
            <a:off x="3709275" y="1577425"/>
            <a:ext cx="1725300" cy="1725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6" name="Google Shape;4456;p65"/>
          <p:cNvSpPr txBox="1">
            <a:spLocks noGrp="1"/>
          </p:cNvSpPr>
          <p:nvPr>
            <p:ph type="subTitle" idx="6"/>
          </p:nvPr>
        </p:nvSpPr>
        <p:spPr>
          <a:xfrm>
            <a:off x="3494025" y="4038834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457" name="Google Shape;4457;p65"/>
          <p:cNvSpPr>
            <a:spLocks noGrp="1"/>
          </p:cNvSpPr>
          <p:nvPr>
            <p:ph type="pic" idx="7"/>
          </p:nvPr>
        </p:nvSpPr>
        <p:spPr>
          <a:xfrm>
            <a:off x="3801375" y="1669525"/>
            <a:ext cx="1541100" cy="1541100"/>
          </a:xfrm>
          <a:prstGeom prst="rect">
            <a:avLst/>
          </a:prstGeom>
          <a:noFill/>
          <a:ln>
            <a:noFill/>
          </a:ln>
        </p:spPr>
      </p:sp>
      <p:sp>
        <p:nvSpPr>
          <p:cNvPr id="4458" name="Google Shape;4458;p65"/>
          <p:cNvSpPr/>
          <p:nvPr/>
        </p:nvSpPr>
        <p:spPr>
          <a:xfrm rot="252506">
            <a:off x="6121589" y="1425914"/>
            <a:ext cx="1725152" cy="172515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9" name="Google Shape;4459;p65"/>
          <p:cNvSpPr txBox="1">
            <a:spLocks noGrp="1"/>
          </p:cNvSpPr>
          <p:nvPr>
            <p:ph type="subTitle" idx="8"/>
          </p:nvPr>
        </p:nvSpPr>
        <p:spPr>
          <a:xfrm>
            <a:off x="58806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460" name="Google Shape;4460;p65"/>
          <p:cNvSpPr>
            <a:spLocks noGrp="1"/>
          </p:cNvSpPr>
          <p:nvPr>
            <p:ph type="pic" idx="9"/>
          </p:nvPr>
        </p:nvSpPr>
        <p:spPr>
          <a:xfrm rot="252528">
            <a:off x="6213674" y="1518028"/>
            <a:ext cx="1541056" cy="154105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2" name="Google Shape;4462;p6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3" name="Google Shape;4463;p6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64" name="Google Shape;4464;p6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465" name="Google Shape;4465;p6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466" name="Google Shape;4466;p6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6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6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6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6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6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6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" name="Google Shape;4473;p6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" name="Google Shape;4474;p6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6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6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6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6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6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6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6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6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6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6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6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" name="Google Shape;4486;p6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" name="Google Shape;4487;p6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" name="Google Shape;4488;p6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" name="Google Shape;4489;p6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" name="Google Shape;4490;p6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" name="Google Shape;4491;p6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" name="Google Shape;4492;p6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" name="Google Shape;4493;p6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" name="Google Shape;4494;p6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" name="Google Shape;4495;p6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" name="Google Shape;4496;p6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" name="Google Shape;4497;p6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" name="Google Shape;4498;p6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" name="Google Shape;4499;p6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" name="Google Shape;4500;p6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" name="Google Shape;4501;p6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" name="Google Shape;4502;p6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" name="Google Shape;4503;p6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" name="Google Shape;4504;p6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" name="Google Shape;4505;p6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" name="Google Shape;4506;p6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" name="Google Shape;4507;p6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" name="Google Shape;4508;p6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" name="Google Shape;4509;p6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" name="Google Shape;4510;p6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" name="Google Shape;4511;p6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" name="Google Shape;4512;p6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" name="Google Shape;4513;p6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" name="Google Shape;4514;p6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" name="Google Shape;4515;p6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" name="Google Shape;4516;p6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" name="Google Shape;4517;p6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" name="Google Shape;4518;p6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" name="Google Shape;4519;p6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" name="Google Shape;4520;p6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" name="Google Shape;4521;p6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" name="Google Shape;4522;p6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" name="Google Shape;4523;p6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" name="Google Shape;4524;p6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" name="Google Shape;4525;p6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" name="Google Shape;4526;p6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" name="Google Shape;4527;p6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528" name="Google Shape;4528;p6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6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30" name="Google Shape;4530;p6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2" name="Google Shape;4532;p6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3" name="Google Shape;4533;p6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34" name="Google Shape;4534;p6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535" name="Google Shape;4535;p6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536" name="Google Shape;4536;p6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6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6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6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6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6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6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6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6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6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6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6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6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6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6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6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6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6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6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6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6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6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6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6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6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6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6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6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6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6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6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6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6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6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6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6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6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6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6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6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6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6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6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6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6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6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6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6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6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6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6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6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6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6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6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6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6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6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6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6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6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6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598" name="Google Shape;4598;p6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6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00" name="Google Shape;4600;p67"/>
          <p:cNvSpPr/>
          <p:nvPr/>
        </p:nvSpPr>
        <p:spPr>
          <a:xfrm rot="384343">
            <a:off x="5028060" y="863413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4601" name="Google Shape;4601;p6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552900" cy="105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602" name="Google Shape;4602;p67"/>
          <p:cNvSpPr txBox="1">
            <a:spLocks noGrp="1"/>
          </p:cNvSpPr>
          <p:nvPr>
            <p:ph type="subTitle" idx="1"/>
          </p:nvPr>
        </p:nvSpPr>
        <p:spPr>
          <a:xfrm>
            <a:off x="720000" y="1700300"/>
            <a:ext cx="35529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Nunito Light"/>
              <a:buChar char="●"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●"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○"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  <p:sp>
        <p:nvSpPr>
          <p:cNvPr id="4603" name="Google Shape;4603;p67"/>
          <p:cNvSpPr/>
          <p:nvPr/>
        </p:nvSpPr>
        <p:spPr>
          <a:xfrm rot="382051">
            <a:off x="5645280" y="584107"/>
            <a:ext cx="3194608" cy="412402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4" name="Google Shape;4604;p67"/>
          <p:cNvSpPr>
            <a:spLocks noGrp="1"/>
          </p:cNvSpPr>
          <p:nvPr>
            <p:ph type="pic" idx="2"/>
          </p:nvPr>
        </p:nvSpPr>
        <p:spPr>
          <a:xfrm rot="381771">
            <a:off x="5734848" y="657033"/>
            <a:ext cx="3015576" cy="3977887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4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6" name="Google Shape;4606;p6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7" name="Google Shape;4607;p6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08" name="Google Shape;4608;p6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609" name="Google Shape;4609;p6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610" name="Google Shape;4610;p6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6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6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6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6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6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6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6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6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6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6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6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6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6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6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6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6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6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6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6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6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6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6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6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6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6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6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6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6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6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6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6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6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6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6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6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6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6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6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6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6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6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6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6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6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6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6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6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6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6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6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6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6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6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6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6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6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6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6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6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6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6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72" name="Google Shape;4672;p6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6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74" name="Google Shape;4674;p68"/>
          <p:cNvSpPr txBox="1">
            <a:spLocks noGrp="1"/>
          </p:cNvSpPr>
          <p:nvPr>
            <p:ph type="title"/>
          </p:nvPr>
        </p:nvSpPr>
        <p:spPr>
          <a:xfrm>
            <a:off x="2326100" y="1018825"/>
            <a:ext cx="5762700" cy="288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8000"/>
            </a:lvl1pPr>
            <a:lvl2pPr lvl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6" name="Google Shape;4676;p6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7" name="Google Shape;4677;p6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78" name="Google Shape;4678;p6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679" name="Google Shape;4679;p6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680" name="Google Shape;4680;p6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6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6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6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6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6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6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6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6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6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6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6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6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6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6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6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6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6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6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6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6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6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6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6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6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6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6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6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6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6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6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6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6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6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6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6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6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6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6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6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6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6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6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6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6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6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6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6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6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6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6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6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6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6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6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6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6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6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6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6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6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6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742" name="Google Shape;4742;p6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6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44" name="Google Shape;4744;p69"/>
          <p:cNvSpPr txBox="1">
            <a:spLocks noGrp="1"/>
          </p:cNvSpPr>
          <p:nvPr>
            <p:ph type="title"/>
          </p:nvPr>
        </p:nvSpPr>
        <p:spPr>
          <a:xfrm>
            <a:off x="1279525" y="1440100"/>
            <a:ext cx="4161900" cy="1484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96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4745" name="Google Shape;4745;p69"/>
          <p:cNvSpPr txBox="1">
            <a:spLocks noGrp="1"/>
          </p:cNvSpPr>
          <p:nvPr>
            <p:ph type="subTitle" idx="1"/>
          </p:nvPr>
        </p:nvSpPr>
        <p:spPr>
          <a:xfrm>
            <a:off x="1279525" y="3001100"/>
            <a:ext cx="4161900" cy="72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7" name="Google Shape;4747;p7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8" name="Google Shape;4748;p7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49" name="Google Shape;4749;p7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750" name="Google Shape;4750;p7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751" name="Google Shape;4751;p7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7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7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7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7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7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7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7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7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7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7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7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7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7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7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7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7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7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7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7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7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7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7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7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7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7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7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7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7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7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7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7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7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7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7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7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7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7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7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7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7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7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7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7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7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7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7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7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7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7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7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7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7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7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7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7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7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7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7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7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7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7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13" name="Google Shape;4813;p7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7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15" name="Google Shape;4815;p70"/>
          <p:cNvSpPr/>
          <p:nvPr/>
        </p:nvSpPr>
        <p:spPr>
          <a:xfrm>
            <a:off x="191900" y="352775"/>
            <a:ext cx="8777400" cy="4662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6" name="Google Shape;4816;p70"/>
          <p:cNvSpPr>
            <a:spLocks noGrp="1"/>
          </p:cNvSpPr>
          <p:nvPr>
            <p:ph type="pic" idx="2"/>
          </p:nvPr>
        </p:nvSpPr>
        <p:spPr>
          <a:xfrm rot="241">
            <a:off x="295450" y="428175"/>
            <a:ext cx="8552400" cy="4485300"/>
          </a:xfrm>
          <a:prstGeom prst="rect">
            <a:avLst/>
          </a:prstGeom>
          <a:noFill/>
          <a:ln>
            <a:noFill/>
          </a:ln>
        </p:spPr>
      </p:sp>
      <p:sp>
        <p:nvSpPr>
          <p:cNvPr id="4817" name="Google Shape;4817;p70"/>
          <p:cNvSpPr txBox="1">
            <a:spLocks noGrp="1"/>
          </p:cNvSpPr>
          <p:nvPr>
            <p:ph type="title"/>
          </p:nvPr>
        </p:nvSpPr>
        <p:spPr>
          <a:xfrm rot="-181457">
            <a:off x="918256" y="3962816"/>
            <a:ext cx="7306776" cy="543164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9" name="Google Shape;4819;p7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0" name="Google Shape;4820;p7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21" name="Google Shape;4821;p7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822" name="Google Shape;4822;p7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823" name="Google Shape;4823;p7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7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7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7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7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7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7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7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7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7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7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7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7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7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7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7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7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7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7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7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7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7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7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7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7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7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7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7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7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7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7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7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7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7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7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7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7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7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7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7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7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7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7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7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7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7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7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7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7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7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7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7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7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7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7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7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7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7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7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7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7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7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85" name="Google Shape;4885;p7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7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87" name="Google Shape;4887;p71"/>
          <p:cNvSpPr txBox="1">
            <a:spLocks noGrp="1"/>
          </p:cNvSpPr>
          <p:nvPr>
            <p:ph type="title" hasCustomPrompt="1"/>
          </p:nvPr>
        </p:nvSpPr>
        <p:spPr>
          <a:xfrm>
            <a:off x="1284000" y="1339825"/>
            <a:ext cx="6576000" cy="17163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82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888" name="Google Shape;4888;p71"/>
          <p:cNvSpPr txBox="1">
            <a:spLocks noGrp="1"/>
          </p:cNvSpPr>
          <p:nvPr>
            <p:ph type="subTitle" idx="1"/>
          </p:nvPr>
        </p:nvSpPr>
        <p:spPr>
          <a:xfrm>
            <a:off x="1284000" y="30563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48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4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1" name="Google Shape;4891;p7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2" name="Google Shape;4892;p7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93" name="Google Shape;4893;p7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894" name="Google Shape;4894;p7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895" name="Google Shape;4895;p7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7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7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7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7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7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7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7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7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7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7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7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7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7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7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7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7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7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7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7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7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7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7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7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7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7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7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7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7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7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7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7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7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7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7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7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7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7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7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7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7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7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7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7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7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7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7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7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7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7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7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7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7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7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7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7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7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7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7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7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7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7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957" name="Google Shape;4957;p7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7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59" name="Google Shape;4959;p7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960" name="Google Shape;4960;p73"/>
          <p:cNvSpPr txBox="1">
            <a:spLocks noGrp="1"/>
          </p:cNvSpPr>
          <p:nvPr>
            <p:ph type="subTitle" idx="1"/>
          </p:nvPr>
        </p:nvSpPr>
        <p:spPr>
          <a:xfrm>
            <a:off x="92732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61" name="Google Shape;4961;p73"/>
          <p:cNvSpPr txBox="1">
            <a:spLocks noGrp="1"/>
          </p:cNvSpPr>
          <p:nvPr>
            <p:ph type="subTitle" idx="2"/>
          </p:nvPr>
        </p:nvSpPr>
        <p:spPr>
          <a:xfrm>
            <a:off x="92732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62" name="Google Shape;4962;p73"/>
          <p:cNvSpPr txBox="1">
            <a:spLocks noGrp="1"/>
          </p:cNvSpPr>
          <p:nvPr>
            <p:ph type="title" idx="3" hasCustomPrompt="1"/>
          </p:nvPr>
        </p:nvSpPr>
        <p:spPr>
          <a:xfrm>
            <a:off x="165062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963" name="Google Shape;4963;p73"/>
          <p:cNvSpPr txBox="1">
            <a:spLocks noGrp="1"/>
          </p:cNvSpPr>
          <p:nvPr>
            <p:ph type="title" idx="4" hasCustomPrompt="1"/>
          </p:nvPr>
        </p:nvSpPr>
        <p:spPr>
          <a:xfrm>
            <a:off x="165062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964" name="Google Shape;4964;p73"/>
          <p:cNvSpPr txBox="1">
            <a:spLocks noGrp="1"/>
          </p:cNvSpPr>
          <p:nvPr>
            <p:ph type="subTitle" idx="5"/>
          </p:nvPr>
        </p:nvSpPr>
        <p:spPr>
          <a:xfrm>
            <a:off x="92732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4965" name="Google Shape;4965;p73"/>
          <p:cNvSpPr txBox="1">
            <a:spLocks noGrp="1"/>
          </p:cNvSpPr>
          <p:nvPr>
            <p:ph type="subTitle" idx="6"/>
          </p:nvPr>
        </p:nvSpPr>
        <p:spPr>
          <a:xfrm>
            <a:off x="92732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4966" name="Google Shape;4966;p73"/>
          <p:cNvSpPr txBox="1">
            <a:spLocks noGrp="1"/>
          </p:cNvSpPr>
          <p:nvPr>
            <p:ph type="subTitle" idx="7"/>
          </p:nvPr>
        </p:nvSpPr>
        <p:spPr>
          <a:xfrm>
            <a:off x="3481350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67" name="Google Shape;4967;p73"/>
          <p:cNvSpPr txBox="1">
            <a:spLocks noGrp="1"/>
          </p:cNvSpPr>
          <p:nvPr>
            <p:ph type="subTitle" idx="8"/>
          </p:nvPr>
        </p:nvSpPr>
        <p:spPr>
          <a:xfrm>
            <a:off x="3481350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68" name="Google Shape;4968;p73"/>
          <p:cNvSpPr txBox="1">
            <a:spLocks noGrp="1"/>
          </p:cNvSpPr>
          <p:nvPr>
            <p:ph type="title" idx="9" hasCustomPrompt="1"/>
          </p:nvPr>
        </p:nvSpPr>
        <p:spPr>
          <a:xfrm>
            <a:off x="4204650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969" name="Google Shape;4969;p73"/>
          <p:cNvSpPr txBox="1">
            <a:spLocks noGrp="1"/>
          </p:cNvSpPr>
          <p:nvPr>
            <p:ph type="title" idx="13" hasCustomPrompt="1"/>
          </p:nvPr>
        </p:nvSpPr>
        <p:spPr>
          <a:xfrm>
            <a:off x="4204650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970" name="Google Shape;4970;p73"/>
          <p:cNvSpPr txBox="1">
            <a:spLocks noGrp="1"/>
          </p:cNvSpPr>
          <p:nvPr>
            <p:ph type="subTitle" idx="14"/>
          </p:nvPr>
        </p:nvSpPr>
        <p:spPr>
          <a:xfrm>
            <a:off x="3481350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4971" name="Google Shape;4971;p73"/>
          <p:cNvSpPr txBox="1">
            <a:spLocks noGrp="1"/>
          </p:cNvSpPr>
          <p:nvPr>
            <p:ph type="subTitle" idx="15"/>
          </p:nvPr>
        </p:nvSpPr>
        <p:spPr>
          <a:xfrm>
            <a:off x="3481350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4972" name="Google Shape;4972;p73"/>
          <p:cNvSpPr txBox="1">
            <a:spLocks noGrp="1"/>
          </p:cNvSpPr>
          <p:nvPr>
            <p:ph type="subTitle" idx="16"/>
          </p:nvPr>
        </p:nvSpPr>
        <p:spPr>
          <a:xfrm>
            <a:off x="603537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73" name="Google Shape;4973;p73"/>
          <p:cNvSpPr txBox="1">
            <a:spLocks noGrp="1"/>
          </p:cNvSpPr>
          <p:nvPr>
            <p:ph type="subTitle" idx="17"/>
          </p:nvPr>
        </p:nvSpPr>
        <p:spPr>
          <a:xfrm>
            <a:off x="603537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74" name="Google Shape;4974;p73"/>
          <p:cNvSpPr txBox="1">
            <a:spLocks noGrp="1"/>
          </p:cNvSpPr>
          <p:nvPr>
            <p:ph type="title" idx="18" hasCustomPrompt="1"/>
          </p:nvPr>
        </p:nvSpPr>
        <p:spPr>
          <a:xfrm>
            <a:off x="675867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975" name="Google Shape;4975;p73"/>
          <p:cNvSpPr txBox="1">
            <a:spLocks noGrp="1"/>
          </p:cNvSpPr>
          <p:nvPr>
            <p:ph type="title" idx="19" hasCustomPrompt="1"/>
          </p:nvPr>
        </p:nvSpPr>
        <p:spPr>
          <a:xfrm>
            <a:off x="675867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976" name="Google Shape;4976;p73"/>
          <p:cNvSpPr txBox="1">
            <a:spLocks noGrp="1"/>
          </p:cNvSpPr>
          <p:nvPr>
            <p:ph type="subTitle" idx="20"/>
          </p:nvPr>
        </p:nvSpPr>
        <p:spPr>
          <a:xfrm>
            <a:off x="603537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4977" name="Google Shape;4977;p73"/>
          <p:cNvSpPr txBox="1">
            <a:spLocks noGrp="1"/>
          </p:cNvSpPr>
          <p:nvPr>
            <p:ph type="subTitle" idx="21"/>
          </p:nvPr>
        </p:nvSpPr>
        <p:spPr>
          <a:xfrm>
            <a:off x="603537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4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9" name="Google Shape;4979;p7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0" name="Google Shape;4980;p7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81" name="Google Shape;4981;p7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4982" name="Google Shape;4982;p7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4983" name="Google Shape;4983;p7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7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7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7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7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7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7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7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7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7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7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7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7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7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7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7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7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7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7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7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7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7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7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7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7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7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7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7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7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7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7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7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7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7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7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7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7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7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7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7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7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7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7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7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7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7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7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7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7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7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7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7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7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7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7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7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7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7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7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7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7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7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045" name="Google Shape;5045;p7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7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47" name="Google Shape;5047;p74"/>
          <p:cNvSpPr txBox="1">
            <a:spLocks noGrp="1"/>
          </p:cNvSpPr>
          <p:nvPr>
            <p:ph type="title"/>
          </p:nvPr>
        </p:nvSpPr>
        <p:spPr>
          <a:xfrm rot="-241977">
            <a:off x="3564552" y="2972102"/>
            <a:ext cx="4743346" cy="66193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5048" name="Google Shape;5048;p74"/>
          <p:cNvSpPr txBox="1">
            <a:spLocks noGrp="1"/>
          </p:cNvSpPr>
          <p:nvPr>
            <p:ph type="subTitle" idx="1"/>
          </p:nvPr>
        </p:nvSpPr>
        <p:spPr>
          <a:xfrm rot="-242007">
            <a:off x="2953358" y="1019707"/>
            <a:ext cx="5258825" cy="1863417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1">
    <p:spTree>
      <p:nvGrpSpPr>
        <p:cNvPr id="1" name="Shape 5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0" name="Google Shape;5050;p7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1" name="Google Shape;5051;p7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52" name="Google Shape;5052;p7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053" name="Google Shape;5053;p7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054" name="Google Shape;5054;p7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7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7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7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7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7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7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7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7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7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7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7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7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7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7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7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7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7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7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7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7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7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7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7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7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7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7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7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7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7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7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7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7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7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7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7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7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7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" name="Google Shape;5092;p7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" name="Google Shape;5093;p7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7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7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7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7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7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7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7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7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7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7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7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7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7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7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7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7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7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7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7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7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7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7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16" name="Google Shape;5116;p7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7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18" name="Google Shape;5118;p75"/>
          <p:cNvSpPr txBox="1">
            <a:spLocks noGrp="1"/>
          </p:cNvSpPr>
          <p:nvPr>
            <p:ph type="title"/>
          </p:nvPr>
        </p:nvSpPr>
        <p:spPr>
          <a:xfrm>
            <a:off x="720000" y="1692100"/>
            <a:ext cx="4232100" cy="7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5119" name="Google Shape;5119;p75"/>
          <p:cNvSpPr txBox="1">
            <a:spLocks noGrp="1"/>
          </p:cNvSpPr>
          <p:nvPr>
            <p:ph type="body" idx="1"/>
          </p:nvPr>
        </p:nvSpPr>
        <p:spPr>
          <a:xfrm>
            <a:off x="720000" y="2416875"/>
            <a:ext cx="4339200" cy="141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5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Google Shape;5121;p7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22" name="Google Shape;5122;p76"/>
          <p:cNvSpPr/>
          <p:nvPr/>
        </p:nvSpPr>
        <p:spPr>
          <a:xfrm flipH="1"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23" name="Google Shape;5123;p76"/>
          <p:cNvGrpSpPr/>
          <p:nvPr/>
        </p:nvGrpSpPr>
        <p:grpSpPr>
          <a:xfrm flipH="1"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124" name="Google Shape;5124;p7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125" name="Google Shape;5125;p7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7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7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7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7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7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7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7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7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7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7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7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7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7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7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7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7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7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7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7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7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7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7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7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7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7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7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7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7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7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7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7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7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7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7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7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7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7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7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7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7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7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7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7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7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7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7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7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7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7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7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7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7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7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7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7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7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7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7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7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7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7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87" name="Google Shape;5187;p7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7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89" name="Google Shape;5189;p76"/>
          <p:cNvSpPr/>
          <p:nvPr/>
        </p:nvSpPr>
        <p:spPr>
          <a:xfrm rot="-384343" flipH="1">
            <a:off x="2520707" y="970438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5190" name="Google Shape;5190;p76"/>
          <p:cNvSpPr/>
          <p:nvPr/>
        </p:nvSpPr>
        <p:spPr>
          <a:xfrm rot="-336375">
            <a:off x="947065" y="661989"/>
            <a:ext cx="3982951" cy="3999847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1" name="Google Shape;5191;p76"/>
          <p:cNvSpPr txBox="1">
            <a:spLocks noGrp="1"/>
          </p:cNvSpPr>
          <p:nvPr>
            <p:ph type="title"/>
          </p:nvPr>
        </p:nvSpPr>
        <p:spPr>
          <a:xfrm>
            <a:off x="5729400" y="607575"/>
            <a:ext cx="2701500" cy="229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192" name="Google Shape;5192;p76"/>
          <p:cNvSpPr txBox="1">
            <a:spLocks noGrp="1"/>
          </p:cNvSpPr>
          <p:nvPr>
            <p:ph type="subTitle" idx="1"/>
          </p:nvPr>
        </p:nvSpPr>
        <p:spPr>
          <a:xfrm>
            <a:off x="5729400" y="2903625"/>
            <a:ext cx="2701500" cy="111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193" name="Google Shape;5193;p76"/>
          <p:cNvSpPr>
            <a:spLocks noGrp="1"/>
          </p:cNvSpPr>
          <p:nvPr>
            <p:ph type="pic" idx="2"/>
          </p:nvPr>
        </p:nvSpPr>
        <p:spPr>
          <a:xfrm rot="-336383">
            <a:off x="1054348" y="775147"/>
            <a:ext cx="3758680" cy="378008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5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5" name="Google Shape;5195;p7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6" name="Google Shape;5196;p7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97" name="Google Shape;5197;p7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198" name="Google Shape;5198;p7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199" name="Google Shape;5199;p7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7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7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7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7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7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7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7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7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7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7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7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7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7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7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7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7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7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7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7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7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7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7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7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7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7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7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7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7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7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7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7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7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7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7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7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7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7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7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7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7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7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7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7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7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7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7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7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7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7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7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7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7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7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7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7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7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7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7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7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7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7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61" name="Google Shape;5261;p7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7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63" name="Google Shape;5263;p77"/>
          <p:cNvSpPr txBox="1">
            <a:spLocks noGrp="1"/>
          </p:cNvSpPr>
          <p:nvPr>
            <p:ph type="title"/>
          </p:nvPr>
        </p:nvSpPr>
        <p:spPr>
          <a:xfrm>
            <a:off x="720000" y="1942350"/>
            <a:ext cx="3597900" cy="10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264" name="Google Shape;5264;p77"/>
          <p:cNvSpPr txBox="1">
            <a:spLocks noGrp="1"/>
          </p:cNvSpPr>
          <p:nvPr>
            <p:ph type="subTitle" idx="1"/>
          </p:nvPr>
        </p:nvSpPr>
        <p:spPr>
          <a:xfrm>
            <a:off x="720000" y="3005550"/>
            <a:ext cx="3597900" cy="8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1">
    <p:spTree>
      <p:nvGrpSpPr>
        <p:cNvPr id="1" name="Shape 5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6" name="Google Shape;5266;p7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7" name="Google Shape;5267;p7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68" name="Google Shape;5268;p7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269" name="Google Shape;5269;p7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270" name="Google Shape;5270;p7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7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7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7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7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7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7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7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7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7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7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7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7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7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7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7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7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7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7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7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7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7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7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7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7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7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7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7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7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7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7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7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7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7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7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7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7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7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7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7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7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7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7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7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7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7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7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7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7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7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7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7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7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7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7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7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7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7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7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7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7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7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32" name="Google Shape;5332;p7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7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34" name="Google Shape;5334;p78"/>
          <p:cNvSpPr txBox="1">
            <a:spLocks noGrp="1"/>
          </p:cNvSpPr>
          <p:nvPr>
            <p:ph type="title"/>
          </p:nvPr>
        </p:nvSpPr>
        <p:spPr>
          <a:xfrm>
            <a:off x="4837200" y="1958400"/>
            <a:ext cx="3593400" cy="10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335" name="Google Shape;5335;p78"/>
          <p:cNvSpPr txBox="1">
            <a:spLocks noGrp="1"/>
          </p:cNvSpPr>
          <p:nvPr>
            <p:ph type="subTitle" idx="1"/>
          </p:nvPr>
        </p:nvSpPr>
        <p:spPr>
          <a:xfrm>
            <a:off x="4837371" y="3019200"/>
            <a:ext cx="35934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2">
    <p:spTree>
      <p:nvGrpSpPr>
        <p:cNvPr id="1" name="Shape 5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7" name="Google Shape;5337;p7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8" name="Google Shape;5338;p7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39" name="Google Shape;5339;p7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340" name="Google Shape;5340;p7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341" name="Google Shape;5341;p7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7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7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7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7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7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7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7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7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7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7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7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7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7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7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7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7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7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7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7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7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7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7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7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7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7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7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7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7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7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7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7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7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7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7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7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7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7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7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7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7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7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7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7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7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7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7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7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7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7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7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7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7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7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7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7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7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7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7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7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7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7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03" name="Google Shape;5403;p7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7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05" name="Google Shape;5405;p7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406" name="Google Shape;5406;p79"/>
          <p:cNvSpPr txBox="1">
            <a:spLocks noGrp="1"/>
          </p:cNvSpPr>
          <p:nvPr>
            <p:ph type="body" idx="1"/>
          </p:nvPr>
        </p:nvSpPr>
        <p:spPr>
          <a:xfrm>
            <a:off x="720000" y="1291940"/>
            <a:ext cx="7704000" cy="289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5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8" name="Google Shape;5408;p8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09" name="Google Shape;5409;p8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10" name="Google Shape;5410;p8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411" name="Google Shape;5411;p8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412" name="Google Shape;5412;p8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8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8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8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8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8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8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8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8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8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8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8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8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8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8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8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8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8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8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8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8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8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8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8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8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8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8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8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8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8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8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8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8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8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8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8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8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8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8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8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8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8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8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8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8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8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8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8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8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8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8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8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8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8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8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8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8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8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8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8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8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8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74" name="Google Shape;5474;p8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8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76" name="Google Shape;5476;p8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477" name="Google Shape;5477;p80"/>
          <p:cNvSpPr txBox="1">
            <a:spLocks noGrp="1"/>
          </p:cNvSpPr>
          <p:nvPr>
            <p:ph type="subTitle" idx="1"/>
          </p:nvPr>
        </p:nvSpPr>
        <p:spPr>
          <a:xfrm>
            <a:off x="598675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478" name="Google Shape;5478;p80"/>
          <p:cNvSpPr txBox="1">
            <a:spLocks noGrp="1"/>
          </p:cNvSpPr>
          <p:nvPr>
            <p:ph type="subTitle" idx="2"/>
          </p:nvPr>
        </p:nvSpPr>
        <p:spPr>
          <a:xfrm>
            <a:off x="72000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479" name="Google Shape;5479;p80"/>
          <p:cNvSpPr txBox="1">
            <a:spLocks noGrp="1"/>
          </p:cNvSpPr>
          <p:nvPr>
            <p:ph type="subTitle" idx="3"/>
          </p:nvPr>
        </p:nvSpPr>
        <p:spPr>
          <a:xfrm>
            <a:off x="719999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480" name="Google Shape;5480;p80"/>
          <p:cNvSpPr txBox="1">
            <a:spLocks noGrp="1"/>
          </p:cNvSpPr>
          <p:nvPr>
            <p:ph type="subTitle" idx="4"/>
          </p:nvPr>
        </p:nvSpPr>
        <p:spPr>
          <a:xfrm>
            <a:off x="5986751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5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2" name="Google Shape;5482;p8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83" name="Google Shape;5483;p8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84" name="Google Shape;5484;p8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485" name="Google Shape;5485;p8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486" name="Google Shape;5486;p8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8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8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8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8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8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8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8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8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8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8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8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8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8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8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8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8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8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8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8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8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8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8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8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8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8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8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8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8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8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8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8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8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8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8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8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8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8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8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8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8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8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8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8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8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8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8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8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8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8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8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8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8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8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8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8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8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8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8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8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8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8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548" name="Google Shape;5548;p8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8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50" name="Google Shape;5550;p8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551" name="Google Shape;5551;p81"/>
          <p:cNvSpPr txBox="1">
            <a:spLocks noGrp="1"/>
          </p:cNvSpPr>
          <p:nvPr>
            <p:ph type="subTitle" idx="1"/>
          </p:nvPr>
        </p:nvSpPr>
        <p:spPr>
          <a:xfrm>
            <a:off x="4738074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552" name="Google Shape;5552;p81"/>
          <p:cNvSpPr txBox="1">
            <a:spLocks noGrp="1"/>
          </p:cNvSpPr>
          <p:nvPr>
            <p:ph type="subTitle" idx="2"/>
          </p:nvPr>
        </p:nvSpPr>
        <p:spPr>
          <a:xfrm>
            <a:off x="1192575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5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4" name="Google Shape;5554;p82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55" name="Google Shape;5555;p82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56" name="Google Shape;5556;p8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557" name="Google Shape;5557;p8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558" name="Google Shape;5558;p8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8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8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8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8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8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8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8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8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8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8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8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8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8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8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8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8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8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8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8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8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8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8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8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8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8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8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8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8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8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8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8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8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8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8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8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8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8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8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8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8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8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8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8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8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8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8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8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8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8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8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8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8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8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8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8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8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8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8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8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8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8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620" name="Google Shape;5620;p8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8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2" name="Google Shape;5622;p8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623" name="Google Shape;5623;p82"/>
          <p:cNvSpPr txBox="1">
            <a:spLocks noGrp="1"/>
          </p:cNvSpPr>
          <p:nvPr>
            <p:ph type="subTitle" idx="1"/>
          </p:nvPr>
        </p:nvSpPr>
        <p:spPr>
          <a:xfrm>
            <a:off x="71337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624" name="Google Shape;5624;p82"/>
          <p:cNvSpPr txBox="1">
            <a:spLocks noGrp="1"/>
          </p:cNvSpPr>
          <p:nvPr>
            <p:ph type="subTitle" idx="2"/>
          </p:nvPr>
        </p:nvSpPr>
        <p:spPr>
          <a:xfrm>
            <a:off x="3548400" y="3449601"/>
            <a:ext cx="20472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625" name="Google Shape;5625;p82"/>
          <p:cNvSpPr txBox="1">
            <a:spLocks noGrp="1"/>
          </p:cNvSpPr>
          <p:nvPr>
            <p:ph type="subTitle" idx="3"/>
          </p:nvPr>
        </p:nvSpPr>
        <p:spPr>
          <a:xfrm>
            <a:off x="648873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626" name="Google Shape;5626;p82"/>
          <p:cNvSpPr txBox="1">
            <a:spLocks noGrp="1"/>
          </p:cNvSpPr>
          <p:nvPr>
            <p:ph type="subTitle" idx="4"/>
          </p:nvPr>
        </p:nvSpPr>
        <p:spPr>
          <a:xfrm>
            <a:off x="713375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627" name="Google Shape;5627;p82"/>
          <p:cNvSpPr txBox="1">
            <a:spLocks noGrp="1"/>
          </p:cNvSpPr>
          <p:nvPr>
            <p:ph type="subTitle" idx="5"/>
          </p:nvPr>
        </p:nvSpPr>
        <p:spPr>
          <a:xfrm>
            <a:off x="3548401" y="2563650"/>
            <a:ext cx="20472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628" name="Google Shape;5628;p82"/>
          <p:cNvSpPr txBox="1">
            <a:spLocks noGrp="1"/>
          </p:cNvSpPr>
          <p:nvPr>
            <p:ph type="subTitle" idx="6"/>
          </p:nvPr>
        </p:nvSpPr>
        <p:spPr>
          <a:xfrm>
            <a:off x="6488728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5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0" name="Google Shape;5630;p8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31" name="Google Shape;5631;p8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32" name="Google Shape;5632;p8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633" name="Google Shape;5633;p8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634" name="Google Shape;5634;p8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8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8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8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8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8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8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8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8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8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8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8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8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8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8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8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8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8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8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8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8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8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8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8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8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8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8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8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8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8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8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8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8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8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8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8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8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8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8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8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8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8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8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8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8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8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8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8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8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8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8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8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8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8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8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8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8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8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8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8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8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8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696" name="Google Shape;5696;p8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8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98" name="Google Shape;5698;p8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699" name="Google Shape;5699;p83"/>
          <p:cNvSpPr txBox="1">
            <a:spLocks noGrp="1"/>
          </p:cNvSpPr>
          <p:nvPr>
            <p:ph type="subTitle" idx="1"/>
          </p:nvPr>
        </p:nvSpPr>
        <p:spPr>
          <a:xfrm>
            <a:off x="713226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00" name="Google Shape;5700;p83"/>
          <p:cNvSpPr txBox="1">
            <a:spLocks noGrp="1"/>
          </p:cNvSpPr>
          <p:nvPr>
            <p:ph type="subTitle" idx="2"/>
          </p:nvPr>
        </p:nvSpPr>
        <p:spPr>
          <a:xfrm>
            <a:off x="713226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01" name="Google Shape;5701;p83"/>
          <p:cNvSpPr txBox="1">
            <a:spLocks noGrp="1"/>
          </p:cNvSpPr>
          <p:nvPr>
            <p:ph type="subTitle" idx="3"/>
          </p:nvPr>
        </p:nvSpPr>
        <p:spPr>
          <a:xfrm>
            <a:off x="1399026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02" name="Google Shape;5702;p83"/>
          <p:cNvSpPr txBox="1">
            <a:spLocks noGrp="1"/>
          </p:cNvSpPr>
          <p:nvPr>
            <p:ph type="subTitle" idx="4"/>
          </p:nvPr>
        </p:nvSpPr>
        <p:spPr>
          <a:xfrm>
            <a:off x="1399026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03" name="Google Shape;5703;p83"/>
          <p:cNvSpPr txBox="1">
            <a:spLocks noGrp="1"/>
          </p:cNvSpPr>
          <p:nvPr>
            <p:ph type="subTitle" idx="5"/>
          </p:nvPr>
        </p:nvSpPr>
        <p:spPr>
          <a:xfrm>
            <a:off x="655950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04" name="Google Shape;5704;p83"/>
          <p:cNvSpPr txBox="1">
            <a:spLocks noGrp="1"/>
          </p:cNvSpPr>
          <p:nvPr>
            <p:ph type="subTitle" idx="6"/>
          </p:nvPr>
        </p:nvSpPr>
        <p:spPr>
          <a:xfrm>
            <a:off x="655950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05" name="Google Shape;5705;p83"/>
          <p:cNvSpPr txBox="1">
            <a:spLocks noGrp="1"/>
          </p:cNvSpPr>
          <p:nvPr>
            <p:ph type="subTitle" idx="7"/>
          </p:nvPr>
        </p:nvSpPr>
        <p:spPr>
          <a:xfrm>
            <a:off x="587370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06" name="Google Shape;5706;p83"/>
          <p:cNvSpPr txBox="1">
            <a:spLocks noGrp="1"/>
          </p:cNvSpPr>
          <p:nvPr>
            <p:ph type="subTitle" idx="8"/>
          </p:nvPr>
        </p:nvSpPr>
        <p:spPr>
          <a:xfrm>
            <a:off x="587370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5_1">
    <p:spTree>
      <p:nvGrpSpPr>
        <p:cNvPr id="1" name="Shape 5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8" name="Google Shape;5708;p8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9" name="Google Shape;5709;p8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10" name="Google Shape;5710;p8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711" name="Google Shape;5711;p8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712" name="Google Shape;5712;p8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8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8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8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8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8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8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8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8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8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8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8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8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8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8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8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8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8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8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8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8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8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8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8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8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8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8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8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8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8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8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8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8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8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8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8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8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8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8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8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8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8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8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8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8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8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8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8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8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8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8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8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8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8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8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8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8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8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8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8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8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8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774" name="Google Shape;5774;p8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8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76" name="Google Shape;5776;p8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777" name="Google Shape;5777;p84"/>
          <p:cNvSpPr txBox="1">
            <a:spLocks noGrp="1"/>
          </p:cNvSpPr>
          <p:nvPr>
            <p:ph type="subTitle" idx="1"/>
          </p:nvPr>
        </p:nvSpPr>
        <p:spPr>
          <a:xfrm>
            <a:off x="7045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78" name="Google Shape;5778;p84"/>
          <p:cNvSpPr txBox="1">
            <a:spLocks noGrp="1"/>
          </p:cNvSpPr>
          <p:nvPr>
            <p:ph type="subTitle" idx="2"/>
          </p:nvPr>
        </p:nvSpPr>
        <p:spPr>
          <a:xfrm>
            <a:off x="7045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79" name="Google Shape;5779;p84"/>
          <p:cNvSpPr txBox="1">
            <a:spLocks noGrp="1"/>
          </p:cNvSpPr>
          <p:nvPr>
            <p:ph type="subTitle" idx="3"/>
          </p:nvPr>
        </p:nvSpPr>
        <p:spPr>
          <a:xfrm>
            <a:off x="145615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80" name="Google Shape;5780;p84"/>
          <p:cNvSpPr txBox="1">
            <a:spLocks noGrp="1"/>
          </p:cNvSpPr>
          <p:nvPr>
            <p:ph type="subTitle" idx="4"/>
          </p:nvPr>
        </p:nvSpPr>
        <p:spPr>
          <a:xfrm>
            <a:off x="145615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81" name="Google Shape;5781;p84"/>
          <p:cNvSpPr txBox="1">
            <a:spLocks noGrp="1"/>
          </p:cNvSpPr>
          <p:nvPr>
            <p:ph type="subTitle" idx="5"/>
          </p:nvPr>
        </p:nvSpPr>
        <p:spPr>
          <a:xfrm>
            <a:off x="65749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82" name="Google Shape;5782;p84"/>
          <p:cNvSpPr txBox="1">
            <a:spLocks noGrp="1"/>
          </p:cNvSpPr>
          <p:nvPr>
            <p:ph type="subTitle" idx="6"/>
          </p:nvPr>
        </p:nvSpPr>
        <p:spPr>
          <a:xfrm>
            <a:off x="65749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83" name="Google Shape;5783;p84"/>
          <p:cNvSpPr txBox="1">
            <a:spLocks noGrp="1"/>
          </p:cNvSpPr>
          <p:nvPr>
            <p:ph type="subTitle" idx="7"/>
          </p:nvPr>
        </p:nvSpPr>
        <p:spPr>
          <a:xfrm>
            <a:off x="5787350" y="3938600"/>
            <a:ext cx="1936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84" name="Google Shape;5784;p84"/>
          <p:cNvSpPr txBox="1">
            <a:spLocks noGrp="1"/>
          </p:cNvSpPr>
          <p:nvPr>
            <p:ph type="subTitle" idx="8"/>
          </p:nvPr>
        </p:nvSpPr>
        <p:spPr>
          <a:xfrm>
            <a:off x="5787350" y="3585400"/>
            <a:ext cx="1936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785" name="Google Shape;5785;p84"/>
          <p:cNvSpPr txBox="1">
            <a:spLocks noGrp="1"/>
          </p:cNvSpPr>
          <p:nvPr>
            <p:ph type="subTitle" idx="9"/>
          </p:nvPr>
        </p:nvSpPr>
        <p:spPr>
          <a:xfrm>
            <a:off x="36397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786" name="Google Shape;5786;p84"/>
          <p:cNvSpPr txBox="1">
            <a:spLocks noGrp="1"/>
          </p:cNvSpPr>
          <p:nvPr>
            <p:ph type="subTitle" idx="13"/>
          </p:nvPr>
        </p:nvSpPr>
        <p:spPr>
          <a:xfrm>
            <a:off x="36397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5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8" name="Google Shape;5788;p8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89" name="Google Shape;5789;p8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90" name="Google Shape;5790;p8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791" name="Google Shape;5791;p8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792" name="Google Shape;5792;p8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8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8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8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8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8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8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8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8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8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8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8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8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8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8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8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8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8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8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8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8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8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8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8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8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8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8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8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0" name="Google Shape;5820;p8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1" name="Google Shape;5821;p8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8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8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8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8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8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8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8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8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8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8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8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3" name="Google Shape;5833;p8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4" name="Google Shape;5834;p8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8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8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8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8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8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8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8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8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8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8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8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6" name="Google Shape;5846;p8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7" name="Google Shape;5847;p8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8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8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8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8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8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8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54" name="Google Shape;5854;p8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8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56" name="Google Shape;5856;p8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857" name="Google Shape;5857;p85"/>
          <p:cNvSpPr txBox="1">
            <a:spLocks noGrp="1"/>
          </p:cNvSpPr>
          <p:nvPr>
            <p:ph type="subTitle" idx="1"/>
          </p:nvPr>
        </p:nvSpPr>
        <p:spPr>
          <a:xfrm>
            <a:off x="948588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58" name="Google Shape;5858;p85"/>
          <p:cNvSpPr txBox="1">
            <a:spLocks noGrp="1"/>
          </p:cNvSpPr>
          <p:nvPr>
            <p:ph type="subTitle" idx="2"/>
          </p:nvPr>
        </p:nvSpPr>
        <p:spPr>
          <a:xfrm>
            <a:off x="3630450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59" name="Google Shape;5859;p85"/>
          <p:cNvSpPr txBox="1">
            <a:spLocks noGrp="1"/>
          </p:cNvSpPr>
          <p:nvPr>
            <p:ph type="subTitle" idx="3"/>
          </p:nvPr>
        </p:nvSpPr>
        <p:spPr>
          <a:xfrm>
            <a:off x="948588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60" name="Google Shape;5860;p85"/>
          <p:cNvSpPr txBox="1">
            <a:spLocks noGrp="1"/>
          </p:cNvSpPr>
          <p:nvPr>
            <p:ph type="subTitle" idx="4"/>
          </p:nvPr>
        </p:nvSpPr>
        <p:spPr>
          <a:xfrm>
            <a:off x="3630450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61" name="Google Shape;5861;p85"/>
          <p:cNvSpPr txBox="1">
            <a:spLocks noGrp="1"/>
          </p:cNvSpPr>
          <p:nvPr>
            <p:ph type="subTitle" idx="5"/>
          </p:nvPr>
        </p:nvSpPr>
        <p:spPr>
          <a:xfrm>
            <a:off x="6312297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62" name="Google Shape;5862;p85"/>
          <p:cNvSpPr txBox="1">
            <a:spLocks noGrp="1"/>
          </p:cNvSpPr>
          <p:nvPr>
            <p:ph type="subTitle" idx="6"/>
          </p:nvPr>
        </p:nvSpPr>
        <p:spPr>
          <a:xfrm>
            <a:off x="6312297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63" name="Google Shape;5863;p85"/>
          <p:cNvSpPr txBox="1">
            <a:spLocks noGrp="1"/>
          </p:cNvSpPr>
          <p:nvPr>
            <p:ph type="subTitle" idx="7"/>
          </p:nvPr>
        </p:nvSpPr>
        <p:spPr>
          <a:xfrm>
            <a:off x="952198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864" name="Google Shape;5864;p85"/>
          <p:cNvSpPr txBox="1">
            <a:spLocks noGrp="1"/>
          </p:cNvSpPr>
          <p:nvPr>
            <p:ph type="subTitle" idx="8"/>
          </p:nvPr>
        </p:nvSpPr>
        <p:spPr>
          <a:xfrm>
            <a:off x="3634061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865" name="Google Shape;5865;p85"/>
          <p:cNvSpPr txBox="1">
            <a:spLocks noGrp="1"/>
          </p:cNvSpPr>
          <p:nvPr>
            <p:ph type="subTitle" idx="9"/>
          </p:nvPr>
        </p:nvSpPr>
        <p:spPr>
          <a:xfrm>
            <a:off x="6315907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866" name="Google Shape;5866;p85"/>
          <p:cNvSpPr txBox="1">
            <a:spLocks noGrp="1"/>
          </p:cNvSpPr>
          <p:nvPr>
            <p:ph type="subTitle" idx="13"/>
          </p:nvPr>
        </p:nvSpPr>
        <p:spPr>
          <a:xfrm>
            <a:off x="952198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867" name="Google Shape;5867;p85"/>
          <p:cNvSpPr txBox="1">
            <a:spLocks noGrp="1"/>
          </p:cNvSpPr>
          <p:nvPr>
            <p:ph type="subTitle" idx="14"/>
          </p:nvPr>
        </p:nvSpPr>
        <p:spPr>
          <a:xfrm>
            <a:off x="3634061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5868" name="Google Shape;5868;p85"/>
          <p:cNvSpPr txBox="1">
            <a:spLocks noGrp="1"/>
          </p:cNvSpPr>
          <p:nvPr>
            <p:ph type="subTitle" idx="15"/>
          </p:nvPr>
        </p:nvSpPr>
        <p:spPr>
          <a:xfrm>
            <a:off x="6315907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5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0" name="Google Shape;5870;p8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71" name="Google Shape;5871;p8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72" name="Google Shape;5872;p8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873" name="Google Shape;5873;p8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874" name="Google Shape;5874;p8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8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8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8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8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8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8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8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8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8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8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5" name="Google Shape;5885;p8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6" name="Google Shape;5886;p8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8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8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8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8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8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8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8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8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8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8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8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8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8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8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8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8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8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8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8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8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8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8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8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8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8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8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8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8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8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8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8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8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8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8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8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8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8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8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8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8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8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8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8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8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8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8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8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8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8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36" name="Google Shape;5936;p8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8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38" name="Google Shape;5938;p86"/>
          <p:cNvSpPr txBox="1">
            <a:spLocks noGrp="1"/>
          </p:cNvSpPr>
          <p:nvPr>
            <p:ph type="title" hasCustomPrompt="1"/>
          </p:nvPr>
        </p:nvSpPr>
        <p:spPr>
          <a:xfrm rot="-189770">
            <a:off x="713214" y="964857"/>
            <a:ext cx="3365727" cy="59881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39" name="Google Shape;5939;p86"/>
          <p:cNvSpPr txBox="1">
            <a:spLocks noGrp="1"/>
          </p:cNvSpPr>
          <p:nvPr>
            <p:ph type="subTitle" idx="1"/>
          </p:nvPr>
        </p:nvSpPr>
        <p:spPr>
          <a:xfrm>
            <a:off x="4188175" y="9649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940" name="Google Shape;5940;p86"/>
          <p:cNvSpPr txBox="1">
            <a:spLocks noGrp="1"/>
          </p:cNvSpPr>
          <p:nvPr>
            <p:ph type="title" idx="2" hasCustomPrompt="1"/>
          </p:nvPr>
        </p:nvSpPr>
        <p:spPr>
          <a:xfrm rot="202042">
            <a:off x="713256" y="1924501"/>
            <a:ext cx="3365811" cy="598929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41" name="Google Shape;5941;p86"/>
          <p:cNvSpPr txBox="1">
            <a:spLocks noGrp="1"/>
          </p:cNvSpPr>
          <p:nvPr>
            <p:ph type="subTitle" idx="3"/>
          </p:nvPr>
        </p:nvSpPr>
        <p:spPr>
          <a:xfrm>
            <a:off x="4188175" y="19244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942" name="Google Shape;5942;p86"/>
          <p:cNvSpPr txBox="1">
            <a:spLocks noGrp="1"/>
          </p:cNvSpPr>
          <p:nvPr>
            <p:ph type="title" idx="4" hasCustomPrompt="1"/>
          </p:nvPr>
        </p:nvSpPr>
        <p:spPr>
          <a:xfrm rot="-159396">
            <a:off x="713296" y="2884033"/>
            <a:ext cx="3365717" cy="59885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43" name="Google Shape;5943;p86"/>
          <p:cNvSpPr txBox="1">
            <a:spLocks noGrp="1"/>
          </p:cNvSpPr>
          <p:nvPr>
            <p:ph type="subTitle" idx="5"/>
          </p:nvPr>
        </p:nvSpPr>
        <p:spPr>
          <a:xfrm>
            <a:off x="4188175" y="28840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944" name="Google Shape;5944;p86"/>
          <p:cNvSpPr txBox="1">
            <a:spLocks noGrp="1"/>
          </p:cNvSpPr>
          <p:nvPr>
            <p:ph type="title" idx="6" hasCustomPrompt="1"/>
          </p:nvPr>
        </p:nvSpPr>
        <p:spPr>
          <a:xfrm>
            <a:off x="713202" y="3843657"/>
            <a:ext cx="3365700" cy="598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45" name="Google Shape;5945;p86"/>
          <p:cNvSpPr txBox="1">
            <a:spLocks noGrp="1"/>
          </p:cNvSpPr>
          <p:nvPr>
            <p:ph type="subTitle" idx="7"/>
          </p:nvPr>
        </p:nvSpPr>
        <p:spPr>
          <a:xfrm>
            <a:off x="4188175" y="38435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5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7" name="Google Shape;5947;p8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48" name="Google Shape;5948;p8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49" name="Google Shape;5949;p8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5950" name="Google Shape;5950;p8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5951" name="Google Shape;5951;p8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8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8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8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8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8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8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8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8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8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8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8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8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8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8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8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8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8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8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8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8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8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8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8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8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8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8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8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8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8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8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8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8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8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8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8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8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8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8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8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8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8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8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8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8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8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8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8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8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8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8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2" name="Google Shape;6002;p8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8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8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8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8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8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8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8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8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8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8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013" name="Google Shape;6013;p8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8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15" name="Google Shape;6015;p87"/>
          <p:cNvSpPr txBox="1">
            <a:spLocks noGrp="1"/>
          </p:cNvSpPr>
          <p:nvPr>
            <p:ph type="subTitle" idx="1"/>
          </p:nvPr>
        </p:nvSpPr>
        <p:spPr>
          <a:xfrm>
            <a:off x="78942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016" name="Google Shape;6016;p87"/>
          <p:cNvSpPr txBox="1">
            <a:spLocks noGrp="1"/>
          </p:cNvSpPr>
          <p:nvPr>
            <p:ph type="subTitle" idx="2"/>
          </p:nvPr>
        </p:nvSpPr>
        <p:spPr>
          <a:xfrm>
            <a:off x="78942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6017" name="Google Shape;6017;p8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018" name="Google Shape;6018;p87"/>
          <p:cNvSpPr txBox="1">
            <a:spLocks noGrp="1"/>
          </p:cNvSpPr>
          <p:nvPr>
            <p:ph type="title" idx="3" hasCustomPrompt="1"/>
          </p:nvPr>
        </p:nvSpPr>
        <p:spPr>
          <a:xfrm>
            <a:off x="132252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019" name="Google Shape;6019;p87"/>
          <p:cNvSpPr txBox="1">
            <a:spLocks noGrp="1"/>
          </p:cNvSpPr>
          <p:nvPr>
            <p:ph type="subTitle" idx="4"/>
          </p:nvPr>
        </p:nvSpPr>
        <p:spPr>
          <a:xfrm>
            <a:off x="3485400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020" name="Google Shape;6020;p87"/>
          <p:cNvSpPr txBox="1">
            <a:spLocks noGrp="1"/>
          </p:cNvSpPr>
          <p:nvPr>
            <p:ph type="subTitle" idx="5"/>
          </p:nvPr>
        </p:nvSpPr>
        <p:spPr>
          <a:xfrm>
            <a:off x="3485400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6021" name="Google Shape;6021;p87"/>
          <p:cNvSpPr txBox="1">
            <a:spLocks noGrp="1"/>
          </p:cNvSpPr>
          <p:nvPr>
            <p:ph type="title" idx="6" hasCustomPrompt="1"/>
          </p:nvPr>
        </p:nvSpPr>
        <p:spPr>
          <a:xfrm>
            <a:off x="4018500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022" name="Google Shape;6022;p87"/>
          <p:cNvSpPr txBox="1">
            <a:spLocks noGrp="1"/>
          </p:cNvSpPr>
          <p:nvPr>
            <p:ph type="subTitle" idx="7"/>
          </p:nvPr>
        </p:nvSpPr>
        <p:spPr>
          <a:xfrm>
            <a:off x="618137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023" name="Google Shape;6023;p87"/>
          <p:cNvSpPr txBox="1">
            <a:spLocks noGrp="1"/>
          </p:cNvSpPr>
          <p:nvPr>
            <p:ph type="subTitle" idx="8"/>
          </p:nvPr>
        </p:nvSpPr>
        <p:spPr>
          <a:xfrm>
            <a:off x="618137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6024" name="Google Shape;6024;p87"/>
          <p:cNvSpPr txBox="1">
            <a:spLocks noGrp="1"/>
          </p:cNvSpPr>
          <p:nvPr>
            <p:ph type="title" idx="9" hasCustomPrompt="1"/>
          </p:nvPr>
        </p:nvSpPr>
        <p:spPr>
          <a:xfrm>
            <a:off x="671447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6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6" name="Google Shape;6026;p8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27" name="Google Shape;6027;p8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28" name="Google Shape;6028;p8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029" name="Google Shape;6029;p8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030" name="Google Shape;6030;p8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8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8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8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8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8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8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8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8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8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8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8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8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8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8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8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8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8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8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8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8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8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8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8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4" name="Google Shape;6054;p8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5" name="Google Shape;6055;p8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8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8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8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8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8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8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8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8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8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8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8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7" name="Google Shape;6067;p8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8" name="Google Shape;6068;p8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8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8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8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8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8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8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8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8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8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8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8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8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8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8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8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8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8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8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8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8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8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8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8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092" name="Google Shape;6092;p8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8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94" name="Google Shape;6094;p88"/>
          <p:cNvSpPr txBox="1">
            <a:spLocks noGrp="1"/>
          </p:cNvSpPr>
          <p:nvPr>
            <p:ph type="title"/>
          </p:nvPr>
        </p:nvSpPr>
        <p:spPr>
          <a:xfrm rot="232">
            <a:off x="713225" y="598497"/>
            <a:ext cx="4448100" cy="105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8500"/>
              <a:buNone/>
              <a:defRPr sz="8500">
                <a:solidFill>
                  <a:schemeClr val="accent5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095" name="Google Shape;6095;p88"/>
          <p:cNvSpPr txBox="1">
            <a:spLocks noGrp="1"/>
          </p:cNvSpPr>
          <p:nvPr>
            <p:ph type="subTitle" idx="1"/>
          </p:nvPr>
        </p:nvSpPr>
        <p:spPr>
          <a:xfrm>
            <a:off x="713225" y="1657350"/>
            <a:ext cx="4448100" cy="124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096" name="Google Shape;6096;p88"/>
          <p:cNvSpPr txBox="1"/>
          <p:nvPr/>
        </p:nvSpPr>
        <p:spPr>
          <a:xfrm>
            <a:off x="713225" y="404780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CREDITS: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This presentation template was created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includes icons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infographics &amp; images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</a:t>
            </a:r>
            <a:endParaRPr sz="1200" b="1" u="sng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6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8" name="Google Shape;6098;p89"/>
          <p:cNvSpPr/>
          <p:nvPr/>
        </p:nvSpPr>
        <p:spPr>
          <a:xfrm rot="-5400000">
            <a:off x="-2378866" y="2461240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99" name="Google Shape;6099;p89"/>
          <p:cNvSpPr/>
          <p:nvPr/>
        </p:nvSpPr>
        <p:spPr>
          <a:xfrm>
            <a:off x="2540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00" name="Google Shape;6100;p89"/>
          <p:cNvGrpSpPr/>
          <p:nvPr/>
        </p:nvGrpSpPr>
        <p:grpSpPr>
          <a:xfrm>
            <a:off x="321104" y="185277"/>
            <a:ext cx="8690579" cy="4806729"/>
            <a:chOff x="321104" y="185277"/>
            <a:chExt cx="8690579" cy="4806729"/>
          </a:xfrm>
        </p:grpSpPr>
        <p:grpSp>
          <p:nvGrpSpPr>
            <p:cNvPr id="6101" name="Google Shape;6101;p89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6102" name="Google Shape;6102;p89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6103" name="Google Shape;6103;p89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4" name="Google Shape;6104;p89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5" name="Google Shape;6105;p89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6" name="Google Shape;6106;p89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7" name="Google Shape;6107;p89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8" name="Google Shape;6108;p89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9" name="Google Shape;6109;p89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0" name="Google Shape;6110;p89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1" name="Google Shape;6111;p89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2" name="Google Shape;6112;p89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3" name="Google Shape;6113;p89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4" name="Google Shape;6114;p89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5" name="Google Shape;6115;p89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6" name="Google Shape;6116;p89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7" name="Google Shape;6117;p89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8" name="Google Shape;6118;p89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9" name="Google Shape;6119;p89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0" name="Google Shape;6120;p89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1" name="Google Shape;6121;p89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2" name="Google Shape;6122;p89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3" name="Google Shape;6123;p89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4" name="Google Shape;6124;p89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5" name="Google Shape;6125;p89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6" name="Google Shape;6126;p89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7" name="Google Shape;6127;p89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8" name="Google Shape;6128;p89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29" name="Google Shape;6129;p89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0" name="Google Shape;6130;p89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1" name="Google Shape;6131;p89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2" name="Google Shape;6132;p89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3" name="Google Shape;6133;p89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4" name="Google Shape;6134;p89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5" name="Google Shape;6135;p89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6" name="Google Shape;6136;p89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7" name="Google Shape;6137;p89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8" name="Google Shape;6138;p89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9" name="Google Shape;6139;p89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0" name="Google Shape;6140;p89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1" name="Google Shape;6141;p89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2" name="Google Shape;6142;p89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3" name="Google Shape;6143;p89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4" name="Google Shape;6144;p89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5" name="Google Shape;6145;p89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6" name="Google Shape;6146;p89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7" name="Google Shape;6147;p89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8" name="Google Shape;6148;p89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9" name="Google Shape;6149;p89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0" name="Google Shape;6150;p89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1" name="Google Shape;6151;p89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2" name="Google Shape;6152;p89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3" name="Google Shape;6153;p89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4" name="Google Shape;6154;p89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5" name="Google Shape;6155;p89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6" name="Google Shape;6156;p89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7" name="Google Shape;6157;p89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8" name="Google Shape;6158;p89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9" name="Google Shape;6159;p89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0" name="Google Shape;6160;p89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1" name="Google Shape;6161;p89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2" name="Google Shape;6162;p89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3" name="Google Shape;6163;p89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4" name="Google Shape;6164;p89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165" name="Google Shape;6165;p89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89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67" name="Google Shape;6167;p89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6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9" name="Google Shape;6169;p90"/>
          <p:cNvSpPr/>
          <p:nvPr/>
        </p:nvSpPr>
        <p:spPr>
          <a:xfrm rot="5400000">
            <a:off x="6478539" y="2462065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70" name="Google Shape;6170;p90"/>
          <p:cNvSpPr/>
          <p:nvPr/>
        </p:nvSpPr>
        <p:spPr>
          <a:xfrm rot="10800000">
            <a:off x="326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71" name="Google Shape;6171;p90"/>
          <p:cNvGrpSpPr/>
          <p:nvPr/>
        </p:nvGrpSpPr>
        <p:grpSpPr>
          <a:xfrm rot="10800000">
            <a:off x="99717" y="185295"/>
            <a:ext cx="8690579" cy="4806729"/>
            <a:chOff x="321104" y="185277"/>
            <a:chExt cx="8690579" cy="4806729"/>
          </a:xfrm>
        </p:grpSpPr>
        <p:grpSp>
          <p:nvGrpSpPr>
            <p:cNvPr id="6172" name="Google Shape;6172;p90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6173" name="Google Shape;6173;p90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6174" name="Google Shape;6174;p90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5" name="Google Shape;6175;p90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6" name="Google Shape;6176;p90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7" name="Google Shape;6177;p90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8" name="Google Shape;6178;p90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9" name="Google Shape;6179;p90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0" name="Google Shape;6180;p90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1" name="Google Shape;6181;p90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2" name="Google Shape;6182;p90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3" name="Google Shape;6183;p90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4" name="Google Shape;6184;p90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5" name="Google Shape;6185;p90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6" name="Google Shape;6186;p90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7" name="Google Shape;6187;p90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8" name="Google Shape;6188;p90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9" name="Google Shape;6189;p90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0" name="Google Shape;6190;p90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1" name="Google Shape;6191;p90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2" name="Google Shape;6192;p90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3" name="Google Shape;6193;p90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4" name="Google Shape;6194;p90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5" name="Google Shape;6195;p90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6" name="Google Shape;6196;p90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7" name="Google Shape;6197;p90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8" name="Google Shape;6198;p90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9" name="Google Shape;6199;p90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0" name="Google Shape;6200;p90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1" name="Google Shape;6201;p90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2" name="Google Shape;6202;p90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3" name="Google Shape;6203;p90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4" name="Google Shape;6204;p90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5" name="Google Shape;6205;p90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6" name="Google Shape;6206;p90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7" name="Google Shape;6207;p90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8" name="Google Shape;6208;p90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9" name="Google Shape;6209;p90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0" name="Google Shape;6210;p90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1" name="Google Shape;6211;p90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2" name="Google Shape;6212;p90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3" name="Google Shape;6213;p90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4" name="Google Shape;6214;p90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5" name="Google Shape;6215;p90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6" name="Google Shape;6216;p90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7" name="Google Shape;6217;p90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8" name="Google Shape;6218;p90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9" name="Google Shape;6219;p90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0" name="Google Shape;6220;p90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1" name="Google Shape;6221;p90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2" name="Google Shape;6222;p90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3" name="Google Shape;6223;p90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4" name="Google Shape;6224;p90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5" name="Google Shape;6225;p90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6" name="Google Shape;6226;p90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7" name="Google Shape;6227;p90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8" name="Google Shape;6228;p90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9" name="Google Shape;6229;p90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0" name="Google Shape;6230;p90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1" name="Google Shape;6231;p90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2" name="Google Shape;6232;p90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3" name="Google Shape;6233;p90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4" name="Google Shape;6234;p90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5" name="Google Shape;6235;p90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236" name="Google Shape;6236;p90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90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38" name="Google Shape;6238;p90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6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3" name="Google Shape;6243;p92"/>
          <p:cNvGrpSpPr/>
          <p:nvPr/>
        </p:nvGrpSpPr>
        <p:grpSpPr>
          <a:xfrm>
            <a:off x="65100" y="0"/>
            <a:ext cx="9013800" cy="5095450"/>
            <a:chOff x="65100" y="0"/>
            <a:chExt cx="9013800" cy="5095450"/>
          </a:xfrm>
        </p:grpSpPr>
        <p:sp>
          <p:nvSpPr>
            <p:cNvPr id="6244" name="Google Shape;6244;p92"/>
            <p:cNvSpPr/>
            <p:nvPr/>
          </p:nvSpPr>
          <p:spPr>
            <a:xfrm>
              <a:off x="65100" y="0"/>
              <a:ext cx="9013484" cy="446985"/>
            </a:xfrm>
            <a:custGeom>
              <a:avLst/>
              <a:gdLst/>
              <a:ahLst/>
              <a:cxnLst/>
              <a:rect l="l" t="t" r="r" b="b"/>
              <a:pathLst>
                <a:path w="282311" h="14000" extrusionOk="0">
                  <a:moveTo>
                    <a:pt x="26218" y="0"/>
                  </a:moveTo>
                  <a:lnTo>
                    <a:pt x="24317" y="1619"/>
                  </a:lnTo>
                  <a:lnTo>
                    <a:pt x="26926" y="3358"/>
                  </a:lnTo>
                  <a:lnTo>
                    <a:pt x="26137" y="3743"/>
                  </a:lnTo>
                  <a:lnTo>
                    <a:pt x="25773" y="4673"/>
                  </a:lnTo>
                  <a:lnTo>
                    <a:pt x="26926" y="5725"/>
                  </a:lnTo>
                  <a:lnTo>
                    <a:pt x="26926" y="6049"/>
                  </a:lnTo>
                  <a:cubicBezTo>
                    <a:pt x="27655" y="6332"/>
                    <a:pt x="28160" y="7040"/>
                    <a:pt x="28160" y="7849"/>
                  </a:cubicBezTo>
                  <a:cubicBezTo>
                    <a:pt x="28160" y="8942"/>
                    <a:pt x="27270" y="9832"/>
                    <a:pt x="26178" y="9832"/>
                  </a:cubicBezTo>
                  <a:cubicBezTo>
                    <a:pt x="25106" y="9832"/>
                    <a:pt x="24215" y="8942"/>
                    <a:pt x="24215" y="7849"/>
                  </a:cubicBezTo>
                  <a:cubicBezTo>
                    <a:pt x="24215" y="7121"/>
                    <a:pt x="24620" y="6494"/>
                    <a:pt x="25227" y="6150"/>
                  </a:cubicBezTo>
                  <a:lnTo>
                    <a:pt x="24741" y="6069"/>
                  </a:lnTo>
                  <a:lnTo>
                    <a:pt x="24782" y="5725"/>
                  </a:lnTo>
                  <a:lnTo>
                    <a:pt x="25490" y="5725"/>
                  </a:lnTo>
                  <a:lnTo>
                    <a:pt x="25490" y="5037"/>
                  </a:lnTo>
                  <a:lnTo>
                    <a:pt x="22698" y="2853"/>
                  </a:lnTo>
                  <a:lnTo>
                    <a:pt x="19401" y="2853"/>
                  </a:lnTo>
                  <a:lnTo>
                    <a:pt x="19016" y="3116"/>
                  </a:lnTo>
                  <a:lnTo>
                    <a:pt x="19482" y="4046"/>
                  </a:lnTo>
                  <a:lnTo>
                    <a:pt x="19482" y="4936"/>
                  </a:lnTo>
                  <a:lnTo>
                    <a:pt x="19016" y="5563"/>
                  </a:lnTo>
                  <a:lnTo>
                    <a:pt x="19016" y="5867"/>
                  </a:lnTo>
                  <a:lnTo>
                    <a:pt x="19077" y="5887"/>
                  </a:lnTo>
                  <a:lnTo>
                    <a:pt x="19097" y="5887"/>
                  </a:lnTo>
                  <a:cubicBezTo>
                    <a:pt x="20169" y="5887"/>
                    <a:pt x="21060" y="6777"/>
                    <a:pt x="21060" y="7849"/>
                  </a:cubicBezTo>
                  <a:cubicBezTo>
                    <a:pt x="21060" y="8942"/>
                    <a:pt x="20169" y="9832"/>
                    <a:pt x="19097" y="9832"/>
                  </a:cubicBezTo>
                  <a:cubicBezTo>
                    <a:pt x="18005" y="9832"/>
                    <a:pt x="17115" y="8942"/>
                    <a:pt x="17115" y="7849"/>
                  </a:cubicBezTo>
                  <a:cubicBezTo>
                    <a:pt x="17115" y="7364"/>
                    <a:pt x="17317" y="6899"/>
                    <a:pt x="17620" y="6555"/>
                  </a:cubicBezTo>
                  <a:lnTo>
                    <a:pt x="17620" y="6555"/>
                  </a:lnTo>
                  <a:lnTo>
                    <a:pt x="17560" y="6575"/>
                  </a:lnTo>
                  <a:lnTo>
                    <a:pt x="17641" y="6534"/>
                  </a:lnTo>
                  <a:cubicBezTo>
                    <a:pt x="17802" y="6373"/>
                    <a:pt x="17964" y="6231"/>
                    <a:pt x="18167" y="6130"/>
                  </a:cubicBezTo>
                  <a:lnTo>
                    <a:pt x="17802" y="5361"/>
                  </a:lnTo>
                  <a:lnTo>
                    <a:pt x="17054" y="5219"/>
                  </a:lnTo>
                  <a:lnTo>
                    <a:pt x="17054" y="3338"/>
                  </a:lnTo>
                  <a:lnTo>
                    <a:pt x="16467" y="2853"/>
                  </a:lnTo>
                  <a:lnTo>
                    <a:pt x="13777" y="2853"/>
                  </a:lnTo>
                  <a:lnTo>
                    <a:pt x="13777" y="4107"/>
                  </a:lnTo>
                  <a:lnTo>
                    <a:pt x="12988" y="4107"/>
                  </a:lnTo>
                  <a:lnTo>
                    <a:pt x="12988" y="4633"/>
                  </a:lnTo>
                  <a:lnTo>
                    <a:pt x="13372" y="5139"/>
                  </a:lnTo>
                  <a:lnTo>
                    <a:pt x="12806" y="6130"/>
                  </a:lnTo>
                  <a:cubicBezTo>
                    <a:pt x="13493" y="6433"/>
                    <a:pt x="13959" y="7121"/>
                    <a:pt x="13959" y="7910"/>
                  </a:cubicBezTo>
                  <a:cubicBezTo>
                    <a:pt x="13959" y="9002"/>
                    <a:pt x="13089" y="9893"/>
                    <a:pt x="11996" y="9893"/>
                  </a:cubicBezTo>
                  <a:cubicBezTo>
                    <a:pt x="10904" y="9893"/>
                    <a:pt x="10034" y="9002"/>
                    <a:pt x="10034" y="7910"/>
                  </a:cubicBezTo>
                  <a:cubicBezTo>
                    <a:pt x="10034" y="6979"/>
                    <a:pt x="10681" y="6211"/>
                    <a:pt x="11531" y="6008"/>
                  </a:cubicBezTo>
                  <a:lnTo>
                    <a:pt x="11025" y="5179"/>
                  </a:lnTo>
                  <a:lnTo>
                    <a:pt x="11572" y="3925"/>
                  </a:lnTo>
                  <a:lnTo>
                    <a:pt x="11531" y="2853"/>
                  </a:lnTo>
                  <a:lnTo>
                    <a:pt x="10924" y="1902"/>
                  </a:lnTo>
                  <a:lnTo>
                    <a:pt x="9104" y="2327"/>
                  </a:lnTo>
                  <a:lnTo>
                    <a:pt x="9913" y="2853"/>
                  </a:lnTo>
                  <a:lnTo>
                    <a:pt x="5300" y="2853"/>
                  </a:lnTo>
                  <a:lnTo>
                    <a:pt x="4835" y="3176"/>
                  </a:lnTo>
                  <a:lnTo>
                    <a:pt x="5300" y="4107"/>
                  </a:lnTo>
                  <a:lnTo>
                    <a:pt x="5300" y="4997"/>
                  </a:lnTo>
                  <a:lnTo>
                    <a:pt x="4835" y="5624"/>
                  </a:lnTo>
                  <a:lnTo>
                    <a:pt x="4835" y="5928"/>
                  </a:lnTo>
                  <a:lnTo>
                    <a:pt x="4896" y="5948"/>
                  </a:lnTo>
                  <a:cubicBezTo>
                    <a:pt x="5988" y="5948"/>
                    <a:pt x="6858" y="6838"/>
                    <a:pt x="6858" y="7910"/>
                  </a:cubicBezTo>
                  <a:cubicBezTo>
                    <a:pt x="6858" y="9002"/>
                    <a:pt x="5988" y="9893"/>
                    <a:pt x="4896" y="9893"/>
                  </a:cubicBezTo>
                  <a:cubicBezTo>
                    <a:pt x="3803" y="9893"/>
                    <a:pt x="2933" y="9002"/>
                    <a:pt x="2933" y="7910"/>
                  </a:cubicBezTo>
                  <a:cubicBezTo>
                    <a:pt x="2933" y="7425"/>
                    <a:pt x="3115" y="6959"/>
                    <a:pt x="3439" y="6615"/>
                  </a:cubicBezTo>
                  <a:lnTo>
                    <a:pt x="3378" y="6615"/>
                  </a:lnTo>
                  <a:lnTo>
                    <a:pt x="3459" y="6595"/>
                  </a:lnTo>
                  <a:cubicBezTo>
                    <a:pt x="3601" y="6433"/>
                    <a:pt x="3783" y="6292"/>
                    <a:pt x="3985" y="6191"/>
                  </a:cubicBezTo>
                  <a:lnTo>
                    <a:pt x="3621" y="5402"/>
                  </a:lnTo>
                  <a:lnTo>
                    <a:pt x="2873" y="5280"/>
                  </a:lnTo>
                  <a:lnTo>
                    <a:pt x="2873" y="3399"/>
                  </a:lnTo>
                  <a:lnTo>
                    <a:pt x="1679" y="1801"/>
                  </a:lnTo>
                  <a:lnTo>
                    <a:pt x="1153" y="2853"/>
                  </a:lnTo>
                  <a:lnTo>
                    <a:pt x="0" y="2853"/>
                  </a:lnTo>
                  <a:lnTo>
                    <a:pt x="0" y="13999"/>
                  </a:lnTo>
                  <a:lnTo>
                    <a:pt x="282311" y="13999"/>
                  </a:lnTo>
                  <a:lnTo>
                    <a:pt x="282311" y="2853"/>
                  </a:lnTo>
                  <a:lnTo>
                    <a:pt x="278103" y="2853"/>
                  </a:lnTo>
                  <a:lnTo>
                    <a:pt x="277193" y="749"/>
                  </a:lnTo>
                  <a:lnTo>
                    <a:pt x="276525" y="2428"/>
                  </a:lnTo>
                  <a:lnTo>
                    <a:pt x="278265" y="4896"/>
                  </a:lnTo>
                  <a:lnTo>
                    <a:pt x="277779" y="5826"/>
                  </a:lnTo>
                  <a:lnTo>
                    <a:pt x="277840" y="5847"/>
                  </a:lnTo>
                  <a:lnTo>
                    <a:pt x="277860" y="5847"/>
                  </a:lnTo>
                  <a:cubicBezTo>
                    <a:pt x="278002" y="5847"/>
                    <a:pt x="278123" y="5867"/>
                    <a:pt x="278265" y="5887"/>
                  </a:cubicBezTo>
                  <a:cubicBezTo>
                    <a:pt x="278326" y="5907"/>
                    <a:pt x="278386" y="5907"/>
                    <a:pt x="278447" y="5928"/>
                  </a:cubicBezTo>
                  <a:cubicBezTo>
                    <a:pt x="278568" y="5968"/>
                    <a:pt x="278690" y="6029"/>
                    <a:pt x="278791" y="6089"/>
                  </a:cubicBezTo>
                  <a:cubicBezTo>
                    <a:pt x="279418" y="6413"/>
                    <a:pt x="279823" y="7060"/>
                    <a:pt x="279823" y="7809"/>
                  </a:cubicBezTo>
                  <a:cubicBezTo>
                    <a:pt x="279823" y="8557"/>
                    <a:pt x="279418" y="9205"/>
                    <a:pt x="278791" y="9549"/>
                  </a:cubicBezTo>
                  <a:cubicBezTo>
                    <a:pt x="278690" y="9609"/>
                    <a:pt x="278568" y="9650"/>
                    <a:pt x="278447" y="9690"/>
                  </a:cubicBezTo>
                  <a:cubicBezTo>
                    <a:pt x="278386" y="9710"/>
                    <a:pt x="278326" y="9731"/>
                    <a:pt x="278265" y="9731"/>
                  </a:cubicBezTo>
                  <a:cubicBezTo>
                    <a:pt x="278123" y="9771"/>
                    <a:pt x="278002" y="9771"/>
                    <a:pt x="277860" y="9771"/>
                  </a:cubicBezTo>
                  <a:cubicBezTo>
                    <a:pt x="277658" y="9771"/>
                    <a:pt x="277456" y="9751"/>
                    <a:pt x="277274" y="9690"/>
                  </a:cubicBezTo>
                  <a:cubicBezTo>
                    <a:pt x="276485" y="9447"/>
                    <a:pt x="275898" y="8699"/>
                    <a:pt x="275898" y="7809"/>
                  </a:cubicBezTo>
                  <a:cubicBezTo>
                    <a:pt x="275898" y="7688"/>
                    <a:pt x="275898" y="7566"/>
                    <a:pt x="275938" y="7445"/>
                  </a:cubicBezTo>
                  <a:cubicBezTo>
                    <a:pt x="275999" y="7101"/>
                    <a:pt x="276161" y="6777"/>
                    <a:pt x="276383" y="6514"/>
                  </a:cubicBezTo>
                  <a:lnTo>
                    <a:pt x="276343" y="6514"/>
                  </a:lnTo>
                  <a:lnTo>
                    <a:pt x="276424" y="6494"/>
                  </a:lnTo>
                  <a:cubicBezTo>
                    <a:pt x="276485" y="6413"/>
                    <a:pt x="276566" y="6332"/>
                    <a:pt x="276667" y="6271"/>
                  </a:cubicBezTo>
                  <a:cubicBezTo>
                    <a:pt x="276748" y="6191"/>
                    <a:pt x="276849" y="6130"/>
                    <a:pt x="276930" y="6089"/>
                  </a:cubicBezTo>
                  <a:lnTo>
                    <a:pt x="276566" y="5300"/>
                  </a:lnTo>
                  <a:lnTo>
                    <a:pt x="275837" y="5159"/>
                  </a:lnTo>
                  <a:lnTo>
                    <a:pt x="275837" y="3298"/>
                  </a:lnTo>
                  <a:lnTo>
                    <a:pt x="275291" y="2853"/>
                  </a:lnTo>
                  <a:lnTo>
                    <a:pt x="272540" y="2853"/>
                  </a:lnTo>
                  <a:lnTo>
                    <a:pt x="272540" y="4006"/>
                  </a:lnTo>
                  <a:lnTo>
                    <a:pt x="271751" y="4006"/>
                  </a:lnTo>
                  <a:lnTo>
                    <a:pt x="271751" y="4511"/>
                  </a:lnTo>
                  <a:lnTo>
                    <a:pt x="272155" y="5037"/>
                  </a:lnTo>
                  <a:lnTo>
                    <a:pt x="271751" y="5442"/>
                  </a:lnTo>
                  <a:lnTo>
                    <a:pt x="272742" y="5847"/>
                  </a:lnTo>
                  <a:lnTo>
                    <a:pt x="271589" y="6029"/>
                  </a:lnTo>
                  <a:cubicBezTo>
                    <a:pt x="271751" y="6110"/>
                    <a:pt x="271913" y="6211"/>
                    <a:pt x="272054" y="6332"/>
                  </a:cubicBezTo>
                  <a:cubicBezTo>
                    <a:pt x="272459" y="6676"/>
                    <a:pt x="272742" y="7222"/>
                    <a:pt x="272742" y="7809"/>
                  </a:cubicBezTo>
                  <a:cubicBezTo>
                    <a:pt x="272742" y="8760"/>
                    <a:pt x="272054" y="9549"/>
                    <a:pt x="271164" y="9731"/>
                  </a:cubicBezTo>
                  <a:cubicBezTo>
                    <a:pt x="271043" y="9771"/>
                    <a:pt x="270901" y="9771"/>
                    <a:pt x="270760" y="9771"/>
                  </a:cubicBezTo>
                  <a:lnTo>
                    <a:pt x="270557" y="9771"/>
                  </a:lnTo>
                  <a:cubicBezTo>
                    <a:pt x="269910" y="9710"/>
                    <a:pt x="269343" y="9306"/>
                    <a:pt x="269040" y="8760"/>
                  </a:cubicBezTo>
                  <a:cubicBezTo>
                    <a:pt x="268878" y="8476"/>
                    <a:pt x="268797" y="8153"/>
                    <a:pt x="268797" y="7809"/>
                  </a:cubicBezTo>
                  <a:cubicBezTo>
                    <a:pt x="268797" y="7121"/>
                    <a:pt x="269161" y="6514"/>
                    <a:pt x="269708" y="6150"/>
                  </a:cubicBezTo>
                  <a:cubicBezTo>
                    <a:pt x="269890" y="6049"/>
                    <a:pt x="270092" y="5948"/>
                    <a:pt x="270314" y="5907"/>
                  </a:cubicBezTo>
                  <a:lnTo>
                    <a:pt x="269788" y="5078"/>
                  </a:lnTo>
                  <a:lnTo>
                    <a:pt x="270355" y="3824"/>
                  </a:lnTo>
                  <a:lnTo>
                    <a:pt x="270314" y="2853"/>
                  </a:lnTo>
                  <a:lnTo>
                    <a:pt x="266531" y="2853"/>
                  </a:lnTo>
                  <a:lnTo>
                    <a:pt x="265115" y="1437"/>
                  </a:lnTo>
                  <a:lnTo>
                    <a:pt x="264792" y="2145"/>
                  </a:lnTo>
                  <a:lnTo>
                    <a:pt x="264043" y="2145"/>
                  </a:lnTo>
                  <a:lnTo>
                    <a:pt x="262566" y="4248"/>
                  </a:lnTo>
                  <a:lnTo>
                    <a:pt x="263962" y="5867"/>
                  </a:lnTo>
                  <a:lnTo>
                    <a:pt x="263942" y="5867"/>
                  </a:lnTo>
                  <a:cubicBezTo>
                    <a:pt x="264893" y="6008"/>
                    <a:pt x="265641" y="6818"/>
                    <a:pt x="265641" y="7809"/>
                  </a:cubicBezTo>
                  <a:cubicBezTo>
                    <a:pt x="265641" y="8760"/>
                    <a:pt x="264974" y="9549"/>
                    <a:pt x="264063" y="9731"/>
                  </a:cubicBezTo>
                  <a:cubicBezTo>
                    <a:pt x="263942" y="9771"/>
                    <a:pt x="263800" y="9771"/>
                    <a:pt x="263679" y="9771"/>
                  </a:cubicBezTo>
                  <a:lnTo>
                    <a:pt x="263477" y="9771"/>
                  </a:lnTo>
                  <a:cubicBezTo>
                    <a:pt x="263335" y="9751"/>
                    <a:pt x="263214" y="9731"/>
                    <a:pt x="263092" y="9690"/>
                  </a:cubicBezTo>
                  <a:cubicBezTo>
                    <a:pt x="263032" y="9670"/>
                    <a:pt x="262971" y="9650"/>
                    <a:pt x="262910" y="9630"/>
                  </a:cubicBezTo>
                  <a:cubicBezTo>
                    <a:pt x="262202" y="9326"/>
                    <a:pt x="261696" y="8618"/>
                    <a:pt x="261696" y="7809"/>
                  </a:cubicBezTo>
                  <a:cubicBezTo>
                    <a:pt x="261696" y="7445"/>
                    <a:pt x="261818" y="7101"/>
                    <a:pt x="261980" y="6797"/>
                  </a:cubicBezTo>
                  <a:cubicBezTo>
                    <a:pt x="262040" y="6716"/>
                    <a:pt x="262121" y="6615"/>
                    <a:pt x="262202" y="6534"/>
                  </a:cubicBezTo>
                  <a:lnTo>
                    <a:pt x="262182" y="6534"/>
                  </a:lnTo>
                  <a:lnTo>
                    <a:pt x="262121" y="5644"/>
                  </a:lnTo>
                  <a:lnTo>
                    <a:pt x="261474" y="5442"/>
                  </a:lnTo>
                  <a:lnTo>
                    <a:pt x="261474" y="3864"/>
                  </a:lnTo>
                  <a:lnTo>
                    <a:pt x="261939" y="3864"/>
                  </a:lnTo>
                  <a:lnTo>
                    <a:pt x="261939" y="2853"/>
                  </a:lnTo>
                  <a:lnTo>
                    <a:pt x="258864" y="2853"/>
                  </a:lnTo>
                  <a:lnTo>
                    <a:pt x="257792" y="3945"/>
                  </a:lnTo>
                  <a:lnTo>
                    <a:pt x="257792" y="6049"/>
                  </a:lnTo>
                  <a:lnTo>
                    <a:pt x="257529" y="6110"/>
                  </a:lnTo>
                  <a:cubicBezTo>
                    <a:pt x="258136" y="6433"/>
                    <a:pt x="258541" y="7081"/>
                    <a:pt x="258541" y="7809"/>
                  </a:cubicBezTo>
                  <a:cubicBezTo>
                    <a:pt x="258541" y="8618"/>
                    <a:pt x="258055" y="9326"/>
                    <a:pt x="257347" y="9630"/>
                  </a:cubicBezTo>
                  <a:cubicBezTo>
                    <a:pt x="257286" y="9650"/>
                    <a:pt x="257226" y="9670"/>
                    <a:pt x="257165" y="9690"/>
                  </a:cubicBezTo>
                  <a:cubicBezTo>
                    <a:pt x="257044" y="9731"/>
                    <a:pt x="256902" y="9751"/>
                    <a:pt x="256781" y="9771"/>
                  </a:cubicBezTo>
                  <a:lnTo>
                    <a:pt x="256376" y="9771"/>
                  </a:lnTo>
                  <a:cubicBezTo>
                    <a:pt x="256234" y="9751"/>
                    <a:pt x="256113" y="9731"/>
                    <a:pt x="255992" y="9690"/>
                  </a:cubicBezTo>
                  <a:cubicBezTo>
                    <a:pt x="255931" y="9670"/>
                    <a:pt x="255870" y="9650"/>
                    <a:pt x="255809" y="9630"/>
                  </a:cubicBezTo>
                  <a:cubicBezTo>
                    <a:pt x="255101" y="9326"/>
                    <a:pt x="254616" y="8618"/>
                    <a:pt x="254616" y="7809"/>
                  </a:cubicBezTo>
                  <a:cubicBezTo>
                    <a:pt x="254616" y="7303"/>
                    <a:pt x="254798" y="6838"/>
                    <a:pt x="255122" y="6494"/>
                  </a:cubicBezTo>
                  <a:lnTo>
                    <a:pt x="256983" y="4491"/>
                  </a:lnTo>
                  <a:lnTo>
                    <a:pt x="257509" y="2832"/>
                  </a:lnTo>
                  <a:lnTo>
                    <a:pt x="254474" y="1437"/>
                  </a:lnTo>
                  <a:lnTo>
                    <a:pt x="254009" y="2832"/>
                  </a:lnTo>
                  <a:lnTo>
                    <a:pt x="254009" y="2853"/>
                  </a:lnTo>
                  <a:lnTo>
                    <a:pt x="250226" y="2853"/>
                  </a:lnTo>
                  <a:lnTo>
                    <a:pt x="250226" y="3318"/>
                  </a:lnTo>
                  <a:lnTo>
                    <a:pt x="249437" y="3702"/>
                  </a:lnTo>
                  <a:lnTo>
                    <a:pt x="249073" y="4633"/>
                  </a:lnTo>
                  <a:lnTo>
                    <a:pt x="250226" y="5685"/>
                  </a:lnTo>
                  <a:lnTo>
                    <a:pt x="250226" y="5988"/>
                  </a:lnTo>
                  <a:cubicBezTo>
                    <a:pt x="250327" y="6029"/>
                    <a:pt x="250408" y="6069"/>
                    <a:pt x="250489" y="6130"/>
                  </a:cubicBezTo>
                  <a:cubicBezTo>
                    <a:pt x="250651" y="6231"/>
                    <a:pt x="250813" y="6352"/>
                    <a:pt x="250934" y="6474"/>
                  </a:cubicBezTo>
                  <a:cubicBezTo>
                    <a:pt x="251258" y="6838"/>
                    <a:pt x="251460" y="7303"/>
                    <a:pt x="251460" y="7809"/>
                  </a:cubicBezTo>
                  <a:cubicBezTo>
                    <a:pt x="251460" y="8011"/>
                    <a:pt x="251420" y="8213"/>
                    <a:pt x="251359" y="8396"/>
                  </a:cubicBezTo>
                  <a:cubicBezTo>
                    <a:pt x="251318" y="8517"/>
                    <a:pt x="251278" y="8638"/>
                    <a:pt x="251217" y="8760"/>
                  </a:cubicBezTo>
                  <a:cubicBezTo>
                    <a:pt x="251096" y="8982"/>
                    <a:pt x="250934" y="9164"/>
                    <a:pt x="250732" y="9326"/>
                  </a:cubicBezTo>
                  <a:cubicBezTo>
                    <a:pt x="250388" y="9609"/>
                    <a:pt x="249963" y="9771"/>
                    <a:pt x="249477" y="9771"/>
                  </a:cubicBezTo>
                  <a:cubicBezTo>
                    <a:pt x="248871" y="9771"/>
                    <a:pt x="248324" y="9508"/>
                    <a:pt x="247960" y="9063"/>
                  </a:cubicBezTo>
                  <a:cubicBezTo>
                    <a:pt x="247920" y="9023"/>
                    <a:pt x="247879" y="8962"/>
                    <a:pt x="247859" y="8922"/>
                  </a:cubicBezTo>
                  <a:cubicBezTo>
                    <a:pt x="247778" y="8800"/>
                    <a:pt x="247717" y="8699"/>
                    <a:pt x="247677" y="8578"/>
                  </a:cubicBezTo>
                  <a:cubicBezTo>
                    <a:pt x="247576" y="8335"/>
                    <a:pt x="247515" y="8092"/>
                    <a:pt x="247515" y="7809"/>
                  </a:cubicBezTo>
                  <a:cubicBezTo>
                    <a:pt x="247515" y="7728"/>
                    <a:pt x="247515" y="7627"/>
                    <a:pt x="247535" y="7546"/>
                  </a:cubicBezTo>
                  <a:cubicBezTo>
                    <a:pt x="247576" y="7182"/>
                    <a:pt x="247738" y="6858"/>
                    <a:pt x="247940" y="6595"/>
                  </a:cubicBezTo>
                  <a:cubicBezTo>
                    <a:pt x="248102" y="6393"/>
                    <a:pt x="248304" y="6231"/>
                    <a:pt x="248527" y="6110"/>
                  </a:cubicBezTo>
                  <a:lnTo>
                    <a:pt x="248041" y="6029"/>
                  </a:lnTo>
                  <a:lnTo>
                    <a:pt x="248082" y="5685"/>
                  </a:lnTo>
                  <a:lnTo>
                    <a:pt x="248790" y="5685"/>
                  </a:lnTo>
                  <a:lnTo>
                    <a:pt x="248790" y="4997"/>
                  </a:lnTo>
                  <a:lnTo>
                    <a:pt x="247151" y="1194"/>
                  </a:lnTo>
                  <a:lnTo>
                    <a:pt x="246059" y="2853"/>
                  </a:lnTo>
                  <a:lnTo>
                    <a:pt x="242640" y="2853"/>
                  </a:lnTo>
                  <a:lnTo>
                    <a:pt x="242316" y="3075"/>
                  </a:lnTo>
                  <a:lnTo>
                    <a:pt x="242781" y="4006"/>
                  </a:lnTo>
                  <a:lnTo>
                    <a:pt x="242781" y="4896"/>
                  </a:lnTo>
                  <a:lnTo>
                    <a:pt x="242316" y="5523"/>
                  </a:lnTo>
                  <a:lnTo>
                    <a:pt x="242316" y="5826"/>
                  </a:lnTo>
                  <a:lnTo>
                    <a:pt x="242377" y="5847"/>
                  </a:lnTo>
                  <a:lnTo>
                    <a:pt x="242397" y="5847"/>
                  </a:lnTo>
                  <a:cubicBezTo>
                    <a:pt x="242518" y="5847"/>
                    <a:pt x="242660" y="5867"/>
                    <a:pt x="242781" y="5887"/>
                  </a:cubicBezTo>
                  <a:cubicBezTo>
                    <a:pt x="242842" y="5907"/>
                    <a:pt x="242903" y="5907"/>
                    <a:pt x="242963" y="5928"/>
                  </a:cubicBezTo>
                  <a:cubicBezTo>
                    <a:pt x="243105" y="5968"/>
                    <a:pt x="243206" y="6029"/>
                    <a:pt x="243328" y="6089"/>
                  </a:cubicBezTo>
                  <a:cubicBezTo>
                    <a:pt x="243934" y="6413"/>
                    <a:pt x="244359" y="7060"/>
                    <a:pt x="244359" y="7809"/>
                  </a:cubicBezTo>
                  <a:cubicBezTo>
                    <a:pt x="244359" y="8557"/>
                    <a:pt x="243934" y="9205"/>
                    <a:pt x="243328" y="9549"/>
                  </a:cubicBezTo>
                  <a:cubicBezTo>
                    <a:pt x="243206" y="9609"/>
                    <a:pt x="243105" y="9650"/>
                    <a:pt x="242963" y="9690"/>
                  </a:cubicBezTo>
                  <a:cubicBezTo>
                    <a:pt x="242903" y="9710"/>
                    <a:pt x="242842" y="9731"/>
                    <a:pt x="242781" y="9731"/>
                  </a:cubicBezTo>
                  <a:cubicBezTo>
                    <a:pt x="242660" y="9771"/>
                    <a:pt x="242518" y="9771"/>
                    <a:pt x="242397" y="9771"/>
                  </a:cubicBezTo>
                  <a:cubicBezTo>
                    <a:pt x="242174" y="9771"/>
                    <a:pt x="241992" y="9751"/>
                    <a:pt x="241810" y="9690"/>
                  </a:cubicBezTo>
                  <a:cubicBezTo>
                    <a:pt x="241001" y="9447"/>
                    <a:pt x="240414" y="8699"/>
                    <a:pt x="240414" y="7809"/>
                  </a:cubicBezTo>
                  <a:cubicBezTo>
                    <a:pt x="240414" y="7566"/>
                    <a:pt x="240475" y="7323"/>
                    <a:pt x="240556" y="7101"/>
                  </a:cubicBezTo>
                  <a:cubicBezTo>
                    <a:pt x="240637" y="6878"/>
                    <a:pt x="240758" y="6696"/>
                    <a:pt x="240920" y="6514"/>
                  </a:cubicBezTo>
                  <a:lnTo>
                    <a:pt x="240859" y="6514"/>
                  </a:lnTo>
                  <a:lnTo>
                    <a:pt x="240940" y="6494"/>
                  </a:lnTo>
                  <a:cubicBezTo>
                    <a:pt x="241021" y="6413"/>
                    <a:pt x="241102" y="6332"/>
                    <a:pt x="241183" y="6271"/>
                  </a:cubicBezTo>
                  <a:cubicBezTo>
                    <a:pt x="241264" y="6191"/>
                    <a:pt x="241365" y="6130"/>
                    <a:pt x="241466" y="6089"/>
                  </a:cubicBezTo>
                  <a:lnTo>
                    <a:pt x="241102" y="5300"/>
                  </a:lnTo>
                  <a:lnTo>
                    <a:pt x="240354" y="5159"/>
                  </a:lnTo>
                  <a:lnTo>
                    <a:pt x="240354" y="3298"/>
                  </a:lnTo>
                  <a:lnTo>
                    <a:pt x="239828" y="2853"/>
                  </a:lnTo>
                  <a:lnTo>
                    <a:pt x="237076" y="2853"/>
                  </a:lnTo>
                  <a:lnTo>
                    <a:pt x="237076" y="4006"/>
                  </a:lnTo>
                  <a:lnTo>
                    <a:pt x="236287" y="4006"/>
                  </a:lnTo>
                  <a:lnTo>
                    <a:pt x="236287" y="4511"/>
                  </a:lnTo>
                  <a:lnTo>
                    <a:pt x="236672" y="5037"/>
                  </a:lnTo>
                  <a:lnTo>
                    <a:pt x="236550" y="5786"/>
                  </a:lnTo>
                  <a:lnTo>
                    <a:pt x="236105" y="6029"/>
                  </a:lnTo>
                  <a:cubicBezTo>
                    <a:pt x="236368" y="6150"/>
                    <a:pt x="236591" y="6312"/>
                    <a:pt x="236773" y="6514"/>
                  </a:cubicBezTo>
                  <a:cubicBezTo>
                    <a:pt x="237076" y="6858"/>
                    <a:pt x="237258" y="7323"/>
                    <a:pt x="237258" y="7809"/>
                  </a:cubicBezTo>
                  <a:cubicBezTo>
                    <a:pt x="237258" y="8699"/>
                    <a:pt x="236672" y="9447"/>
                    <a:pt x="235883" y="9690"/>
                  </a:cubicBezTo>
                  <a:cubicBezTo>
                    <a:pt x="235701" y="9751"/>
                    <a:pt x="235498" y="9771"/>
                    <a:pt x="235296" y="9771"/>
                  </a:cubicBezTo>
                  <a:cubicBezTo>
                    <a:pt x="234952" y="9771"/>
                    <a:pt x="234629" y="9690"/>
                    <a:pt x="234345" y="9549"/>
                  </a:cubicBezTo>
                  <a:cubicBezTo>
                    <a:pt x="233738" y="9205"/>
                    <a:pt x="233334" y="8557"/>
                    <a:pt x="233334" y="7809"/>
                  </a:cubicBezTo>
                  <a:cubicBezTo>
                    <a:pt x="233334" y="6878"/>
                    <a:pt x="233981" y="6110"/>
                    <a:pt x="234831" y="5907"/>
                  </a:cubicBezTo>
                  <a:lnTo>
                    <a:pt x="234325" y="5078"/>
                  </a:lnTo>
                  <a:lnTo>
                    <a:pt x="234871" y="3824"/>
                  </a:lnTo>
                  <a:lnTo>
                    <a:pt x="234831" y="2853"/>
                  </a:lnTo>
                  <a:lnTo>
                    <a:pt x="227487" y="2853"/>
                  </a:lnTo>
                  <a:lnTo>
                    <a:pt x="227487" y="3601"/>
                  </a:lnTo>
                  <a:lnTo>
                    <a:pt x="228317" y="4350"/>
                  </a:lnTo>
                  <a:lnTo>
                    <a:pt x="228317" y="5240"/>
                  </a:lnTo>
                  <a:lnTo>
                    <a:pt x="228863" y="5968"/>
                  </a:lnTo>
                  <a:cubicBezTo>
                    <a:pt x="229126" y="6069"/>
                    <a:pt x="229369" y="6211"/>
                    <a:pt x="229551" y="6393"/>
                  </a:cubicBezTo>
                  <a:cubicBezTo>
                    <a:pt x="229753" y="6595"/>
                    <a:pt x="229915" y="6818"/>
                    <a:pt x="230016" y="7081"/>
                  </a:cubicBezTo>
                  <a:cubicBezTo>
                    <a:pt x="230117" y="7323"/>
                    <a:pt x="230178" y="7586"/>
                    <a:pt x="230178" y="7849"/>
                  </a:cubicBezTo>
                  <a:cubicBezTo>
                    <a:pt x="230178" y="8881"/>
                    <a:pt x="229409" y="9710"/>
                    <a:pt x="228418" y="9812"/>
                  </a:cubicBezTo>
                  <a:cubicBezTo>
                    <a:pt x="228357" y="9832"/>
                    <a:pt x="228276" y="9832"/>
                    <a:pt x="228216" y="9832"/>
                  </a:cubicBezTo>
                  <a:cubicBezTo>
                    <a:pt x="228114" y="9832"/>
                    <a:pt x="228013" y="9812"/>
                    <a:pt x="227912" y="9812"/>
                  </a:cubicBezTo>
                  <a:cubicBezTo>
                    <a:pt x="227710" y="9771"/>
                    <a:pt x="227528" y="9710"/>
                    <a:pt x="227346" y="9630"/>
                  </a:cubicBezTo>
                  <a:cubicBezTo>
                    <a:pt x="227103" y="9508"/>
                    <a:pt x="226860" y="9326"/>
                    <a:pt x="226678" y="9083"/>
                  </a:cubicBezTo>
                  <a:cubicBezTo>
                    <a:pt x="226577" y="8942"/>
                    <a:pt x="226476" y="8780"/>
                    <a:pt x="226395" y="8598"/>
                  </a:cubicBezTo>
                  <a:cubicBezTo>
                    <a:pt x="226334" y="8476"/>
                    <a:pt x="226294" y="8355"/>
                    <a:pt x="226274" y="8213"/>
                  </a:cubicBezTo>
                  <a:cubicBezTo>
                    <a:pt x="226253" y="8092"/>
                    <a:pt x="226233" y="7950"/>
                    <a:pt x="226233" y="7809"/>
                  </a:cubicBezTo>
                  <a:cubicBezTo>
                    <a:pt x="226233" y="7242"/>
                    <a:pt x="226476" y="6716"/>
                    <a:pt x="226880" y="6373"/>
                  </a:cubicBezTo>
                  <a:lnTo>
                    <a:pt x="226820" y="6373"/>
                  </a:lnTo>
                  <a:lnTo>
                    <a:pt x="226880" y="6110"/>
                  </a:lnTo>
                  <a:lnTo>
                    <a:pt x="226172" y="5685"/>
                  </a:lnTo>
                  <a:lnTo>
                    <a:pt x="226172" y="4815"/>
                  </a:lnTo>
                  <a:lnTo>
                    <a:pt x="226395" y="4350"/>
                  </a:lnTo>
                  <a:lnTo>
                    <a:pt x="226557" y="2853"/>
                  </a:lnTo>
                  <a:lnTo>
                    <a:pt x="223441" y="2853"/>
                  </a:lnTo>
                  <a:lnTo>
                    <a:pt x="222329" y="4006"/>
                  </a:lnTo>
                  <a:lnTo>
                    <a:pt x="222329" y="6110"/>
                  </a:lnTo>
                  <a:lnTo>
                    <a:pt x="222066" y="6150"/>
                  </a:lnTo>
                  <a:cubicBezTo>
                    <a:pt x="222673" y="6474"/>
                    <a:pt x="223097" y="7121"/>
                    <a:pt x="223097" y="7849"/>
                  </a:cubicBezTo>
                  <a:cubicBezTo>
                    <a:pt x="223097" y="8679"/>
                    <a:pt x="222592" y="9367"/>
                    <a:pt x="221884" y="9670"/>
                  </a:cubicBezTo>
                  <a:cubicBezTo>
                    <a:pt x="221823" y="9690"/>
                    <a:pt x="221762" y="9710"/>
                    <a:pt x="221702" y="9731"/>
                  </a:cubicBezTo>
                  <a:cubicBezTo>
                    <a:pt x="221580" y="9771"/>
                    <a:pt x="221459" y="9812"/>
                    <a:pt x="221317" y="9812"/>
                  </a:cubicBezTo>
                  <a:cubicBezTo>
                    <a:pt x="221256" y="9832"/>
                    <a:pt x="221196" y="9832"/>
                    <a:pt x="221115" y="9832"/>
                  </a:cubicBezTo>
                  <a:cubicBezTo>
                    <a:pt x="221054" y="9832"/>
                    <a:pt x="220993" y="9832"/>
                    <a:pt x="220913" y="9812"/>
                  </a:cubicBezTo>
                  <a:cubicBezTo>
                    <a:pt x="220791" y="9812"/>
                    <a:pt x="220670" y="9771"/>
                    <a:pt x="220528" y="9731"/>
                  </a:cubicBezTo>
                  <a:cubicBezTo>
                    <a:pt x="220468" y="9710"/>
                    <a:pt x="220407" y="9690"/>
                    <a:pt x="220366" y="9670"/>
                  </a:cubicBezTo>
                  <a:cubicBezTo>
                    <a:pt x="219658" y="9367"/>
                    <a:pt x="219153" y="8679"/>
                    <a:pt x="219153" y="7849"/>
                  </a:cubicBezTo>
                  <a:cubicBezTo>
                    <a:pt x="219153" y="7607"/>
                    <a:pt x="219213" y="7364"/>
                    <a:pt x="219294" y="7141"/>
                  </a:cubicBezTo>
                  <a:cubicBezTo>
                    <a:pt x="219375" y="6919"/>
                    <a:pt x="219517" y="6716"/>
                    <a:pt x="219658" y="6534"/>
                  </a:cubicBezTo>
                  <a:lnTo>
                    <a:pt x="220609" y="5847"/>
                  </a:lnTo>
                  <a:lnTo>
                    <a:pt x="220447" y="1902"/>
                  </a:lnTo>
                  <a:cubicBezTo>
                    <a:pt x="220447" y="1902"/>
                    <a:pt x="220306" y="2387"/>
                    <a:pt x="219800" y="2630"/>
                  </a:cubicBezTo>
                  <a:cubicBezTo>
                    <a:pt x="219372" y="2818"/>
                    <a:pt x="219132" y="2833"/>
                    <a:pt x="219069" y="2833"/>
                  </a:cubicBezTo>
                  <a:cubicBezTo>
                    <a:pt x="219057" y="2833"/>
                    <a:pt x="219051" y="2832"/>
                    <a:pt x="219051" y="2832"/>
                  </a:cubicBezTo>
                  <a:lnTo>
                    <a:pt x="219051" y="2853"/>
                  </a:lnTo>
                  <a:lnTo>
                    <a:pt x="214783" y="2853"/>
                  </a:lnTo>
                  <a:lnTo>
                    <a:pt x="214055" y="0"/>
                  </a:lnTo>
                  <a:lnTo>
                    <a:pt x="212173" y="1619"/>
                  </a:lnTo>
                  <a:lnTo>
                    <a:pt x="214783" y="3358"/>
                  </a:lnTo>
                  <a:lnTo>
                    <a:pt x="213994" y="3743"/>
                  </a:lnTo>
                  <a:lnTo>
                    <a:pt x="213610" y="4673"/>
                  </a:lnTo>
                  <a:lnTo>
                    <a:pt x="214783" y="5725"/>
                  </a:lnTo>
                  <a:lnTo>
                    <a:pt x="214783" y="6049"/>
                  </a:lnTo>
                  <a:cubicBezTo>
                    <a:pt x="214864" y="6069"/>
                    <a:pt x="214945" y="6130"/>
                    <a:pt x="215026" y="6170"/>
                  </a:cubicBezTo>
                  <a:cubicBezTo>
                    <a:pt x="215208" y="6271"/>
                    <a:pt x="215349" y="6393"/>
                    <a:pt x="215471" y="6534"/>
                  </a:cubicBezTo>
                  <a:cubicBezTo>
                    <a:pt x="215794" y="6878"/>
                    <a:pt x="215997" y="7344"/>
                    <a:pt x="215997" y="7849"/>
                  </a:cubicBezTo>
                  <a:cubicBezTo>
                    <a:pt x="215997" y="8335"/>
                    <a:pt x="215835" y="8780"/>
                    <a:pt x="215552" y="9104"/>
                  </a:cubicBezTo>
                  <a:cubicBezTo>
                    <a:pt x="215471" y="9205"/>
                    <a:pt x="215370" y="9306"/>
                    <a:pt x="215289" y="9387"/>
                  </a:cubicBezTo>
                  <a:cubicBezTo>
                    <a:pt x="215228" y="9407"/>
                    <a:pt x="215187" y="9447"/>
                    <a:pt x="215127" y="9488"/>
                  </a:cubicBezTo>
                  <a:cubicBezTo>
                    <a:pt x="215026" y="9569"/>
                    <a:pt x="214904" y="9630"/>
                    <a:pt x="214803" y="9670"/>
                  </a:cubicBezTo>
                  <a:cubicBezTo>
                    <a:pt x="214742" y="9690"/>
                    <a:pt x="214682" y="9710"/>
                    <a:pt x="214621" y="9731"/>
                  </a:cubicBezTo>
                  <a:cubicBezTo>
                    <a:pt x="214500" y="9771"/>
                    <a:pt x="214358" y="9812"/>
                    <a:pt x="214237" y="9812"/>
                  </a:cubicBezTo>
                  <a:cubicBezTo>
                    <a:pt x="214156" y="9832"/>
                    <a:pt x="214095" y="9832"/>
                    <a:pt x="214034" y="9832"/>
                  </a:cubicBezTo>
                  <a:cubicBezTo>
                    <a:pt x="213630" y="9832"/>
                    <a:pt x="213245" y="9710"/>
                    <a:pt x="212922" y="9488"/>
                  </a:cubicBezTo>
                  <a:cubicBezTo>
                    <a:pt x="212396" y="9144"/>
                    <a:pt x="212052" y="8537"/>
                    <a:pt x="212052" y="7849"/>
                  </a:cubicBezTo>
                  <a:cubicBezTo>
                    <a:pt x="212052" y="7222"/>
                    <a:pt x="212375" y="6636"/>
                    <a:pt x="212861" y="6292"/>
                  </a:cubicBezTo>
                  <a:cubicBezTo>
                    <a:pt x="212922" y="6231"/>
                    <a:pt x="213003" y="6191"/>
                    <a:pt x="213084" y="6150"/>
                  </a:cubicBezTo>
                  <a:lnTo>
                    <a:pt x="212578" y="6069"/>
                  </a:lnTo>
                  <a:lnTo>
                    <a:pt x="212638" y="5725"/>
                  </a:lnTo>
                  <a:lnTo>
                    <a:pt x="213326" y="5725"/>
                  </a:lnTo>
                  <a:lnTo>
                    <a:pt x="213326" y="5037"/>
                  </a:lnTo>
                  <a:lnTo>
                    <a:pt x="210535" y="2853"/>
                  </a:lnTo>
                  <a:lnTo>
                    <a:pt x="207237" y="2853"/>
                  </a:lnTo>
                  <a:lnTo>
                    <a:pt x="206853" y="3116"/>
                  </a:lnTo>
                  <a:lnTo>
                    <a:pt x="207318" y="4046"/>
                  </a:lnTo>
                  <a:lnTo>
                    <a:pt x="207318" y="4936"/>
                  </a:lnTo>
                  <a:lnTo>
                    <a:pt x="206853" y="5563"/>
                  </a:lnTo>
                  <a:lnTo>
                    <a:pt x="206853" y="5867"/>
                  </a:lnTo>
                  <a:lnTo>
                    <a:pt x="206913" y="5887"/>
                  </a:lnTo>
                  <a:lnTo>
                    <a:pt x="206934" y="5887"/>
                  </a:lnTo>
                  <a:cubicBezTo>
                    <a:pt x="207399" y="5887"/>
                    <a:pt x="207844" y="6069"/>
                    <a:pt x="208188" y="6332"/>
                  </a:cubicBezTo>
                  <a:cubicBezTo>
                    <a:pt x="208370" y="6494"/>
                    <a:pt x="208552" y="6696"/>
                    <a:pt x="208673" y="6919"/>
                  </a:cubicBezTo>
                  <a:cubicBezTo>
                    <a:pt x="208734" y="7040"/>
                    <a:pt x="208775" y="7141"/>
                    <a:pt x="208815" y="7283"/>
                  </a:cubicBezTo>
                  <a:cubicBezTo>
                    <a:pt x="208876" y="7465"/>
                    <a:pt x="208896" y="7647"/>
                    <a:pt x="208896" y="7849"/>
                  </a:cubicBezTo>
                  <a:cubicBezTo>
                    <a:pt x="208896" y="8072"/>
                    <a:pt x="208876" y="8254"/>
                    <a:pt x="208815" y="8436"/>
                  </a:cubicBezTo>
                  <a:cubicBezTo>
                    <a:pt x="208775" y="8557"/>
                    <a:pt x="208734" y="8679"/>
                    <a:pt x="208673" y="8800"/>
                  </a:cubicBezTo>
                  <a:cubicBezTo>
                    <a:pt x="208552" y="9023"/>
                    <a:pt x="208370" y="9225"/>
                    <a:pt x="208188" y="9387"/>
                  </a:cubicBezTo>
                  <a:cubicBezTo>
                    <a:pt x="207844" y="9650"/>
                    <a:pt x="207399" y="9832"/>
                    <a:pt x="206934" y="9832"/>
                  </a:cubicBezTo>
                  <a:cubicBezTo>
                    <a:pt x="206731" y="9832"/>
                    <a:pt x="206529" y="9791"/>
                    <a:pt x="206347" y="9731"/>
                  </a:cubicBezTo>
                  <a:cubicBezTo>
                    <a:pt x="205538" y="9488"/>
                    <a:pt x="204971" y="8739"/>
                    <a:pt x="204971" y="7849"/>
                  </a:cubicBezTo>
                  <a:cubicBezTo>
                    <a:pt x="204971" y="7728"/>
                    <a:pt x="204971" y="7607"/>
                    <a:pt x="204991" y="7485"/>
                  </a:cubicBezTo>
                  <a:cubicBezTo>
                    <a:pt x="205072" y="7141"/>
                    <a:pt x="205234" y="6818"/>
                    <a:pt x="205457" y="6555"/>
                  </a:cubicBezTo>
                  <a:lnTo>
                    <a:pt x="205457" y="6555"/>
                  </a:lnTo>
                  <a:lnTo>
                    <a:pt x="205497" y="6534"/>
                  </a:lnTo>
                  <a:cubicBezTo>
                    <a:pt x="205639" y="6373"/>
                    <a:pt x="205821" y="6231"/>
                    <a:pt x="206003" y="6130"/>
                  </a:cubicBezTo>
                  <a:lnTo>
                    <a:pt x="205639" y="5361"/>
                  </a:lnTo>
                  <a:lnTo>
                    <a:pt x="204890" y="5219"/>
                  </a:lnTo>
                  <a:lnTo>
                    <a:pt x="204890" y="3338"/>
                  </a:lnTo>
                  <a:lnTo>
                    <a:pt x="204324" y="2853"/>
                  </a:lnTo>
                  <a:lnTo>
                    <a:pt x="201613" y="2853"/>
                  </a:lnTo>
                  <a:lnTo>
                    <a:pt x="201613" y="4107"/>
                  </a:lnTo>
                  <a:lnTo>
                    <a:pt x="200824" y="4107"/>
                  </a:lnTo>
                  <a:lnTo>
                    <a:pt x="200824" y="4633"/>
                  </a:lnTo>
                  <a:lnTo>
                    <a:pt x="201229" y="5139"/>
                  </a:lnTo>
                  <a:lnTo>
                    <a:pt x="200642" y="6130"/>
                  </a:lnTo>
                  <a:cubicBezTo>
                    <a:pt x="201168" y="6352"/>
                    <a:pt x="201552" y="6797"/>
                    <a:pt x="201714" y="7344"/>
                  </a:cubicBezTo>
                  <a:cubicBezTo>
                    <a:pt x="201775" y="7526"/>
                    <a:pt x="201815" y="7708"/>
                    <a:pt x="201815" y="7910"/>
                  </a:cubicBezTo>
                  <a:cubicBezTo>
                    <a:pt x="201815" y="8112"/>
                    <a:pt x="201775" y="8315"/>
                    <a:pt x="201714" y="8497"/>
                  </a:cubicBezTo>
                  <a:cubicBezTo>
                    <a:pt x="201674" y="8618"/>
                    <a:pt x="201633" y="8739"/>
                    <a:pt x="201573" y="8861"/>
                  </a:cubicBezTo>
                  <a:cubicBezTo>
                    <a:pt x="201451" y="9083"/>
                    <a:pt x="201289" y="9265"/>
                    <a:pt x="201087" y="9427"/>
                  </a:cubicBezTo>
                  <a:cubicBezTo>
                    <a:pt x="200743" y="9710"/>
                    <a:pt x="200318" y="9893"/>
                    <a:pt x="199833" y="9893"/>
                  </a:cubicBezTo>
                  <a:cubicBezTo>
                    <a:pt x="199631" y="9893"/>
                    <a:pt x="199428" y="9852"/>
                    <a:pt x="199246" y="9791"/>
                  </a:cubicBezTo>
                  <a:cubicBezTo>
                    <a:pt x="198457" y="9549"/>
                    <a:pt x="197871" y="8800"/>
                    <a:pt x="197871" y="7910"/>
                  </a:cubicBezTo>
                  <a:cubicBezTo>
                    <a:pt x="197871" y="6979"/>
                    <a:pt x="198518" y="6211"/>
                    <a:pt x="199388" y="6008"/>
                  </a:cubicBezTo>
                  <a:lnTo>
                    <a:pt x="198862" y="5179"/>
                  </a:lnTo>
                  <a:lnTo>
                    <a:pt x="199428" y="3925"/>
                  </a:lnTo>
                  <a:lnTo>
                    <a:pt x="199388" y="2853"/>
                  </a:lnTo>
                  <a:lnTo>
                    <a:pt x="198761" y="1902"/>
                  </a:lnTo>
                  <a:lnTo>
                    <a:pt x="196940" y="2327"/>
                  </a:lnTo>
                  <a:lnTo>
                    <a:pt x="197749" y="2853"/>
                  </a:lnTo>
                  <a:lnTo>
                    <a:pt x="193137" y="2853"/>
                  </a:lnTo>
                  <a:lnTo>
                    <a:pt x="192671" y="3176"/>
                  </a:lnTo>
                  <a:lnTo>
                    <a:pt x="193137" y="4107"/>
                  </a:lnTo>
                  <a:lnTo>
                    <a:pt x="193137" y="4997"/>
                  </a:lnTo>
                  <a:lnTo>
                    <a:pt x="192671" y="5624"/>
                  </a:lnTo>
                  <a:lnTo>
                    <a:pt x="192671" y="5928"/>
                  </a:lnTo>
                  <a:lnTo>
                    <a:pt x="192732" y="5948"/>
                  </a:lnTo>
                  <a:lnTo>
                    <a:pt x="192752" y="5948"/>
                  </a:lnTo>
                  <a:cubicBezTo>
                    <a:pt x="192955" y="5948"/>
                    <a:pt x="193137" y="5988"/>
                    <a:pt x="193319" y="6029"/>
                  </a:cubicBezTo>
                  <a:cubicBezTo>
                    <a:pt x="193400" y="6049"/>
                    <a:pt x="193460" y="6069"/>
                    <a:pt x="193501" y="6110"/>
                  </a:cubicBezTo>
                  <a:cubicBezTo>
                    <a:pt x="194209" y="6393"/>
                    <a:pt x="194715" y="7101"/>
                    <a:pt x="194715" y="7910"/>
                  </a:cubicBezTo>
                  <a:cubicBezTo>
                    <a:pt x="194715" y="8739"/>
                    <a:pt x="194209" y="9427"/>
                    <a:pt x="193501" y="9731"/>
                  </a:cubicBezTo>
                  <a:cubicBezTo>
                    <a:pt x="193460" y="9751"/>
                    <a:pt x="193400" y="9771"/>
                    <a:pt x="193319" y="9791"/>
                  </a:cubicBezTo>
                  <a:cubicBezTo>
                    <a:pt x="193137" y="9852"/>
                    <a:pt x="192955" y="9893"/>
                    <a:pt x="192752" y="9893"/>
                  </a:cubicBezTo>
                  <a:cubicBezTo>
                    <a:pt x="192611" y="9893"/>
                    <a:pt x="192469" y="9872"/>
                    <a:pt x="192348" y="9852"/>
                  </a:cubicBezTo>
                  <a:cubicBezTo>
                    <a:pt x="191458" y="9650"/>
                    <a:pt x="190770" y="8861"/>
                    <a:pt x="190770" y="7910"/>
                  </a:cubicBezTo>
                  <a:cubicBezTo>
                    <a:pt x="190770" y="7789"/>
                    <a:pt x="190790" y="7667"/>
                    <a:pt x="190810" y="7546"/>
                  </a:cubicBezTo>
                  <a:cubicBezTo>
                    <a:pt x="190871" y="7202"/>
                    <a:pt x="191053" y="6878"/>
                    <a:pt x="191275" y="6615"/>
                  </a:cubicBezTo>
                  <a:lnTo>
                    <a:pt x="191215" y="6615"/>
                  </a:lnTo>
                  <a:lnTo>
                    <a:pt x="191296" y="6595"/>
                  </a:lnTo>
                  <a:cubicBezTo>
                    <a:pt x="191377" y="6514"/>
                    <a:pt x="191458" y="6433"/>
                    <a:pt x="191538" y="6373"/>
                  </a:cubicBezTo>
                  <a:cubicBezTo>
                    <a:pt x="191619" y="6292"/>
                    <a:pt x="191721" y="6231"/>
                    <a:pt x="191822" y="6191"/>
                  </a:cubicBezTo>
                  <a:lnTo>
                    <a:pt x="191458" y="5402"/>
                  </a:lnTo>
                  <a:lnTo>
                    <a:pt x="190709" y="5280"/>
                  </a:lnTo>
                  <a:lnTo>
                    <a:pt x="190709" y="3399"/>
                  </a:lnTo>
                  <a:lnTo>
                    <a:pt x="189515" y="1801"/>
                  </a:lnTo>
                  <a:lnTo>
                    <a:pt x="188989" y="2853"/>
                  </a:lnTo>
                  <a:lnTo>
                    <a:pt x="184074" y="2853"/>
                  </a:lnTo>
                  <a:lnTo>
                    <a:pt x="183163" y="749"/>
                  </a:lnTo>
                  <a:lnTo>
                    <a:pt x="182475" y="2428"/>
                  </a:lnTo>
                  <a:lnTo>
                    <a:pt x="184215" y="4896"/>
                  </a:lnTo>
                  <a:lnTo>
                    <a:pt x="183750" y="5826"/>
                  </a:lnTo>
                  <a:lnTo>
                    <a:pt x="183811" y="5847"/>
                  </a:lnTo>
                  <a:lnTo>
                    <a:pt x="183831" y="5847"/>
                  </a:lnTo>
                  <a:cubicBezTo>
                    <a:pt x="183952" y="5847"/>
                    <a:pt x="184094" y="5867"/>
                    <a:pt x="184215" y="5887"/>
                  </a:cubicBezTo>
                  <a:cubicBezTo>
                    <a:pt x="184276" y="5907"/>
                    <a:pt x="184337" y="5907"/>
                    <a:pt x="184397" y="5928"/>
                  </a:cubicBezTo>
                  <a:cubicBezTo>
                    <a:pt x="184539" y="5968"/>
                    <a:pt x="184640" y="6029"/>
                    <a:pt x="184761" y="6089"/>
                  </a:cubicBezTo>
                  <a:cubicBezTo>
                    <a:pt x="185368" y="6413"/>
                    <a:pt x="185793" y="7060"/>
                    <a:pt x="185793" y="7809"/>
                  </a:cubicBezTo>
                  <a:cubicBezTo>
                    <a:pt x="185793" y="8557"/>
                    <a:pt x="185368" y="9205"/>
                    <a:pt x="184761" y="9549"/>
                  </a:cubicBezTo>
                  <a:cubicBezTo>
                    <a:pt x="184640" y="9609"/>
                    <a:pt x="184539" y="9650"/>
                    <a:pt x="184397" y="9690"/>
                  </a:cubicBezTo>
                  <a:cubicBezTo>
                    <a:pt x="184337" y="9710"/>
                    <a:pt x="184276" y="9731"/>
                    <a:pt x="184215" y="9731"/>
                  </a:cubicBezTo>
                  <a:cubicBezTo>
                    <a:pt x="184094" y="9771"/>
                    <a:pt x="183952" y="9771"/>
                    <a:pt x="183831" y="9771"/>
                  </a:cubicBezTo>
                  <a:cubicBezTo>
                    <a:pt x="183608" y="9771"/>
                    <a:pt x="183426" y="9751"/>
                    <a:pt x="183244" y="9690"/>
                  </a:cubicBezTo>
                  <a:cubicBezTo>
                    <a:pt x="182435" y="9447"/>
                    <a:pt x="181848" y="8699"/>
                    <a:pt x="181848" y="7809"/>
                  </a:cubicBezTo>
                  <a:cubicBezTo>
                    <a:pt x="181848" y="7688"/>
                    <a:pt x="181869" y="7566"/>
                    <a:pt x="181889" y="7445"/>
                  </a:cubicBezTo>
                  <a:cubicBezTo>
                    <a:pt x="181949" y="7101"/>
                    <a:pt x="182131" y="6777"/>
                    <a:pt x="182354" y="6514"/>
                  </a:cubicBezTo>
                  <a:lnTo>
                    <a:pt x="182293" y="6514"/>
                  </a:lnTo>
                  <a:lnTo>
                    <a:pt x="182374" y="6494"/>
                  </a:lnTo>
                  <a:cubicBezTo>
                    <a:pt x="182536" y="6332"/>
                    <a:pt x="182698" y="6191"/>
                    <a:pt x="182900" y="6089"/>
                  </a:cubicBezTo>
                  <a:lnTo>
                    <a:pt x="182536" y="5300"/>
                  </a:lnTo>
                  <a:lnTo>
                    <a:pt x="181788" y="5159"/>
                  </a:lnTo>
                  <a:lnTo>
                    <a:pt x="181788" y="3298"/>
                  </a:lnTo>
                  <a:lnTo>
                    <a:pt x="181262" y="2853"/>
                  </a:lnTo>
                  <a:lnTo>
                    <a:pt x="178510" y="2853"/>
                  </a:lnTo>
                  <a:lnTo>
                    <a:pt x="178510" y="4006"/>
                  </a:lnTo>
                  <a:lnTo>
                    <a:pt x="177721" y="4006"/>
                  </a:lnTo>
                  <a:lnTo>
                    <a:pt x="177721" y="4511"/>
                  </a:lnTo>
                  <a:lnTo>
                    <a:pt x="178106" y="5037"/>
                  </a:lnTo>
                  <a:lnTo>
                    <a:pt x="177721" y="5442"/>
                  </a:lnTo>
                  <a:lnTo>
                    <a:pt x="178692" y="5847"/>
                  </a:lnTo>
                  <a:lnTo>
                    <a:pt x="177539" y="6029"/>
                  </a:lnTo>
                  <a:cubicBezTo>
                    <a:pt x="178227" y="6332"/>
                    <a:pt x="178692" y="7020"/>
                    <a:pt x="178692" y="7809"/>
                  </a:cubicBezTo>
                  <a:cubicBezTo>
                    <a:pt x="178692" y="8901"/>
                    <a:pt x="177822" y="9771"/>
                    <a:pt x="176730" y="9771"/>
                  </a:cubicBezTo>
                  <a:cubicBezTo>
                    <a:pt x="175638" y="9771"/>
                    <a:pt x="174768" y="8901"/>
                    <a:pt x="174768" y="7809"/>
                  </a:cubicBezTo>
                  <a:cubicBezTo>
                    <a:pt x="174768" y="6878"/>
                    <a:pt x="175415" y="6110"/>
                    <a:pt x="176265" y="5907"/>
                  </a:cubicBezTo>
                  <a:lnTo>
                    <a:pt x="175759" y="5078"/>
                  </a:lnTo>
                  <a:lnTo>
                    <a:pt x="176305" y="3824"/>
                  </a:lnTo>
                  <a:lnTo>
                    <a:pt x="176265" y="2853"/>
                  </a:lnTo>
                  <a:lnTo>
                    <a:pt x="172502" y="2853"/>
                  </a:lnTo>
                  <a:lnTo>
                    <a:pt x="171066" y="1437"/>
                  </a:lnTo>
                  <a:lnTo>
                    <a:pt x="170762" y="2145"/>
                  </a:lnTo>
                  <a:lnTo>
                    <a:pt x="170014" y="2145"/>
                  </a:lnTo>
                  <a:lnTo>
                    <a:pt x="168517" y="4248"/>
                  </a:lnTo>
                  <a:lnTo>
                    <a:pt x="169913" y="5867"/>
                  </a:lnTo>
                  <a:cubicBezTo>
                    <a:pt x="170863" y="6008"/>
                    <a:pt x="171592" y="6818"/>
                    <a:pt x="171592" y="7809"/>
                  </a:cubicBezTo>
                  <a:cubicBezTo>
                    <a:pt x="171592" y="8760"/>
                    <a:pt x="170924" y="9549"/>
                    <a:pt x="170034" y="9731"/>
                  </a:cubicBezTo>
                  <a:cubicBezTo>
                    <a:pt x="169892" y="9771"/>
                    <a:pt x="169771" y="9771"/>
                    <a:pt x="169629" y="9771"/>
                  </a:cubicBezTo>
                  <a:lnTo>
                    <a:pt x="169427" y="9771"/>
                  </a:lnTo>
                  <a:cubicBezTo>
                    <a:pt x="169306" y="9751"/>
                    <a:pt x="169164" y="9731"/>
                    <a:pt x="169043" y="9690"/>
                  </a:cubicBezTo>
                  <a:cubicBezTo>
                    <a:pt x="168982" y="9670"/>
                    <a:pt x="168921" y="9650"/>
                    <a:pt x="168861" y="9630"/>
                  </a:cubicBezTo>
                  <a:cubicBezTo>
                    <a:pt x="168739" y="9569"/>
                    <a:pt x="168638" y="9508"/>
                    <a:pt x="168537" y="9447"/>
                  </a:cubicBezTo>
                  <a:cubicBezTo>
                    <a:pt x="168476" y="9407"/>
                    <a:pt x="168436" y="9367"/>
                    <a:pt x="168375" y="9326"/>
                  </a:cubicBezTo>
                  <a:cubicBezTo>
                    <a:pt x="168274" y="9245"/>
                    <a:pt x="168193" y="9164"/>
                    <a:pt x="168112" y="9063"/>
                  </a:cubicBezTo>
                  <a:cubicBezTo>
                    <a:pt x="167829" y="8719"/>
                    <a:pt x="167667" y="8294"/>
                    <a:pt x="167667" y="7809"/>
                  </a:cubicBezTo>
                  <a:cubicBezTo>
                    <a:pt x="167667" y="7323"/>
                    <a:pt x="167849" y="6878"/>
                    <a:pt x="168153" y="6534"/>
                  </a:cubicBezTo>
                  <a:lnTo>
                    <a:pt x="168132" y="6534"/>
                  </a:lnTo>
                  <a:lnTo>
                    <a:pt x="168092" y="5644"/>
                  </a:lnTo>
                  <a:lnTo>
                    <a:pt x="167424" y="5442"/>
                  </a:lnTo>
                  <a:lnTo>
                    <a:pt x="167424" y="3864"/>
                  </a:lnTo>
                  <a:lnTo>
                    <a:pt x="167890" y="3864"/>
                  </a:lnTo>
                  <a:lnTo>
                    <a:pt x="167890" y="2853"/>
                  </a:lnTo>
                  <a:lnTo>
                    <a:pt x="164815" y="2853"/>
                  </a:lnTo>
                  <a:lnTo>
                    <a:pt x="163742" y="3945"/>
                  </a:lnTo>
                  <a:lnTo>
                    <a:pt x="163742" y="6049"/>
                  </a:lnTo>
                  <a:lnTo>
                    <a:pt x="163479" y="6110"/>
                  </a:lnTo>
                  <a:cubicBezTo>
                    <a:pt x="164086" y="6433"/>
                    <a:pt x="164511" y="7081"/>
                    <a:pt x="164511" y="7809"/>
                  </a:cubicBezTo>
                  <a:cubicBezTo>
                    <a:pt x="164511" y="8618"/>
                    <a:pt x="164005" y="9326"/>
                    <a:pt x="163297" y="9630"/>
                  </a:cubicBezTo>
                  <a:cubicBezTo>
                    <a:pt x="163237" y="9650"/>
                    <a:pt x="163176" y="9670"/>
                    <a:pt x="163115" y="9690"/>
                  </a:cubicBezTo>
                  <a:cubicBezTo>
                    <a:pt x="162994" y="9731"/>
                    <a:pt x="162872" y="9751"/>
                    <a:pt x="162731" y="9771"/>
                  </a:cubicBezTo>
                  <a:lnTo>
                    <a:pt x="162326" y="9771"/>
                  </a:lnTo>
                  <a:cubicBezTo>
                    <a:pt x="162205" y="9751"/>
                    <a:pt x="162083" y="9731"/>
                    <a:pt x="161962" y="9690"/>
                  </a:cubicBezTo>
                  <a:cubicBezTo>
                    <a:pt x="161881" y="9670"/>
                    <a:pt x="161820" y="9650"/>
                    <a:pt x="161780" y="9630"/>
                  </a:cubicBezTo>
                  <a:cubicBezTo>
                    <a:pt x="161072" y="9326"/>
                    <a:pt x="160566" y="8618"/>
                    <a:pt x="160566" y="7809"/>
                  </a:cubicBezTo>
                  <a:cubicBezTo>
                    <a:pt x="160566" y="7566"/>
                    <a:pt x="160627" y="7323"/>
                    <a:pt x="160708" y="7101"/>
                  </a:cubicBezTo>
                  <a:cubicBezTo>
                    <a:pt x="160789" y="6878"/>
                    <a:pt x="160930" y="6676"/>
                    <a:pt x="161092" y="6494"/>
                  </a:cubicBezTo>
                  <a:lnTo>
                    <a:pt x="162953" y="4491"/>
                  </a:lnTo>
                  <a:lnTo>
                    <a:pt x="163459" y="2832"/>
                  </a:lnTo>
                  <a:lnTo>
                    <a:pt x="160425" y="1437"/>
                  </a:lnTo>
                  <a:lnTo>
                    <a:pt x="159959" y="2832"/>
                  </a:lnTo>
                  <a:lnTo>
                    <a:pt x="159959" y="2853"/>
                  </a:lnTo>
                  <a:lnTo>
                    <a:pt x="156197" y="2853"/>
                  </a:lnTo>
                  <a:lnTo>
                    <a:pt x="156197" y="3318"/>
                  </a:lnTo>
                  <a:lnTo>
                    <a:pt x="155408" y="3702"/>
                  </a:lnTo>
                  <a:lnTo>
                    <a:pt x="155023" y="4633"/>
                  </a:lnTo>
                  <a:lnTo>
                    <a:pt x="156197" y="5685"/>
                  </a:lnTo>
                  <a:lnTo>
                    <a:pt x="156197" y="5988"/>
                  </a:lnTo>
                  <a:cubicBezTo>
                    <a:pt x="156277" y="6029"/>
                    <a:pt x="156358" y="6069"/>
                    <a:pt x="156460" y="6130"/>
                  </a:cubicBezTo>
                  <a:cubicBezTo>
                    <a:pt x="156621" y="6231"/>
                    <a:pt x="156763" y="6352"/>
                    <a:pt x="156884" y="6474"/>
                  </a:cubicBezTo>
                  <a:cubicBezTo>
                    <a:pt x="157208" y="6838"/>
                    <a:pt x="157410" y="7303"/>
                    <a:pt x="157410" y="7809"/>
                  </a:cubicBezTo>
                  <a:cubicBezTo>
                    <a:pt x="157410" y="8901"/>
                    <a:pt x="156520" y="9771"/>
                    <a:pt x="155448" y="9771"/>
                  </a:cubicBezTo>
                  <a:cubicBezTo>
                    <a:pt x="155306" y="9771"/>
                    <a:pt x="155165" y="9771"/>
                    <a:pt x="155043" y="9731"/>
                  </a:cubicBezTo>
                  <a:cubicBezTo>
                    <a:pt x="154598" y="9650"/>
                    <a:pt x="154214" y="9407"/>
                    <a:pt x="153931" y="9063"/>
                  </a:cubicBezTo>
                  <a:cubicBezTo>
                    <a:pt x="153890" y="9023"/>
                    <a:pt x="153850" y="8962"/>
                    <a:pt x="153809" y="8922"/>
                  </a:cubicBezTo>
                  <a:cubicBezTo>
                    <a:pt x="153749" y="8800"/>
                    <a:pt x="153688" y="8699"/>
                    <a:pt x="153627" y="8578"/>
                  </a:cubicBezTo>
                  <a:cubicBezTo>
                    <a:pt x="153526" y="8335"/>
                    <a:pt x="153465" y="8092"/>
                    <a:pt x="153465" y="7809"/>
                  </a:cubicBezTo>
                  <a:cubicBezTo>
                    <a:pt x="153465" y="7728"/>
                    <a:pt x="153486" y="7627"/>
                    <a:pt x="153486" y="7546"/>
                  </a:cubicBezTo>
                  <a:cubicBezTo>
                    <a:pt x="153546" y="7182"/>
                    <a:pt x="153688" y="6858"/>
                    <a:pt x="153911" y="6595"/>
                  </a:cubicBezTo>
                  <a:cubicBezTo>
                    <a:pt x="154072" y="6393"/>
                    <a:pt x="154254" y="6231"/>
                    <a:pt x="154497" y="6110"/>
                  </a:cubicBezTo>
                  <a:lnTo>
                    <a:pt x="153991" y="6029"/>
                  </a:lnTo>
                  <a:lnTo>
                    <a:pt x="154052" y="5685"/>
                  </a:lnTo>
                  <a:lnTo>
                    <a:pt x="154740" y="5685"/>
                  </a:lnTo>
                  <a:lnTo>
                    <a:pt x="154740" y="4997"/>
                  </a:lnTo>
                  <a:lnTo>
                    <a:pt x="153122" y="1194"/>
                  </a:lnTo>
                  <a:lnTo>
                    <a:pt x="152009" y="2853"/>
                  </a:lnTo>
                  <a:lnTo>
                    <a:pt x="148590" y="2853"/>
                  </a:lnTo>
                  <a:lnTo>
                    <a:pt x="148266" y="3075"/>
                  </a:lnTo>
                  <a:lnTo>
                    <a:pt x="148732" y="4006"/>
                  </a:lnTo>
                  <a:lnTo>
                    <a:pt x="148732" y="4896"/>
                  </a:lnTo>
                  <a:lnTo>
                    <a:pt x="148266" y="5523"/>
                  </a:lnTo>
                  <a:lnTo>
                    <a:pt x="148266" y="5826"/>
                  </a:lnTo>
                  <a:lnTo>
                    <a:pt x="148327" y="5847"/>
                  </a:lnTo>
                  <a:lnTo>
                    <a:pt x="148347" y="5847"/>
                  </a:lnTo>
                  <a:cubicBezTo>
                    <a:pt x="148489" y="5847"/>
                    <a:pt x="148610" y="5867"/>
                    <a:pt x="148752" y="5887"/>
                  </a:cubicBezTo>
                  <a:cubicBezTo>
                    <a:pt x="148813" y="5907"/>
                    <a:pt x="148873" y="5907"/>
                    <a:pt x="148934" y="5928"/>
                  </a:cubicBezTo>
                  <a:cubicBezTo>
                    <a:pt x="149055" y="5968"/>
                    <a:pt x="149177" y="6029"/>
                    <a:pt x="149278" y="6089"/>
                  </a:cubicBezTo>
                  <a:cubicBezTo>
                    <a:pt x="149905" y="6413"/>
                    <a:pt x="150310" y="7060"/>
                    <a:pt x="150310" y="7809"/>
                  </a:cubicBezTo>
                  <a:cubicBezTo>
                    <a:pt x="150310" y="8557"/>
                    <a:pt x="149905" y="9205"/>
                    <a:pt x="149278" y="9549"/>
                  </a:cubicBezTo>
                  <a:cubicBezTo>
                    <a:pt x="149177" y="9609"/>
                    <a:pt x="149055" y="9650"/>
                    <a:pt x="148934" y="9690"/>
                  </a:cubicBezTo>
                  <a:cubicBezTo>
                    <a:pt x="148873" y="9710"/>
                    <a:pt x="148813" y="9731"/>
                    <a:pt x="148752" y="9731"/>
                  </a:cubicBezTo>
                  <a:cubicBezTo>
                    <a:pt x="148610" y="9771"/>
                    <a:pt x="148489" y="9771"/>
                    <a:pt x="148347" y="9771"/>
                  </a:cubicBezTo>
                  <a:cubicBezTo>
                    <a:pt x="148145" y="9771"/>
                    <a:pt x="147943" y="9751"/>
                    <a:pt x="147761" y="9690"/>
                  </a:cubicBezTo>
                  <a:cubicBezTo>
                    <a:pt x="146951" y="9447"/>
                    <a:pt x="146385" y="8699"/>
                    <a:pt x="146385" y="7809"/>
                  </a:cubicBezTo>
                  <a:cubicBezTo>
                    <a:pt x="146385" y="7566"/>
                    <a:pt x="146425" y="7323"/>
                    <a:pt x="146506" y="7101"/>
                  </a:cubicBezTo>
                  <a:cubicBezTo>
                    <a:pt x="146607" y="6878"/>
                    <a:pt x="146729" y="6696"/>
                    <a:pt x="146870" y="6514"/>
                  </a:cubicBezTo>
                  <a:lnTo>
                    <a:pt x="146830" y="6514"/>
                  </a:lnTo>
                  <a:lnTo>
                    <a:pt x="146911" y="6494"/>
                  </a:lnTo>
                  <a:cubicBezTo>
                    <a:pt x="146972" y="6413"/>
                    <a:pt x="147053" y="6332"/>
                    <a:pt x="147154" y="6271"/>
                  </a:cubicBezTo>
                  <a:cubicBezTo>
                    <a:pt x="147235" y="6191"/>
                    <a:pt x="147336" y="6130"/>
                    <a:pt x="147417" y="6089"/>
                  </a:cubicBezTo>
                  <a:lnTo>
                    <a:pt x="147053" y="5300"/>
                  </a:lnTo>
                  <a:lnTo>
                    <a:pt x="146324" y="5159"/>
                  </a:lnTo>
                  <a:lnTo>
                    <a:pt x="146324" y="3298"/>
                  </a:lnTo>
                  <a:lnTo>
                    <a:pt x="145778" y="2853"/>
                  </a:lnTo>
                  <a:lnTo>
                    <a:pt x="143027" y="2853"/>
                  </a:lnTo>
                  <a:lnTo>
                    <a:pt x="143027" y="4006"/>
                  </a:lnTo>
                  <a:lnTo>
                    <a:pt x="142238" y="4006"/>
                  </a:lnTo>
                  <a:lnTo>
                    <a:pt x="142238" y="4511"/>
                  </a:lnTo>
                  <a:lnTo>
                    <a:pt x="142642" y="5037"/>
                  </a:lnTo>
                  <a:lnTo>
                    <a:pt x="142521" y="5786"/>
                  </a:lnTo>
                  <a:lnTo>
                    <a:pt x="142076" y="6029"/>
                  </a:lnTo>
                  <a:cubicBezTo>
                    <a:pt x="142319" y="6150"/>
                    <a:pt x="142541" y="6312"/>
                    <a:pt x="142723" y="6514"/>
                  </a:cubicBezTo>
                  <a:cubicBezTo>
                    <a:pt x="143027" y="6858"/>
                    <a:pt x="143229" y="7323"/>
                    <a:pt x="143229" y="7809"/>
                  </a:cubicBezTo>
                  <a:cubicBezTo>
                    <a:pt x="143229" y="8901"/>
                    <a:pt x="142339" y="9771"/>
                    <a:pt x="141246" y="9771"/>
                  </a:cubicBezTo>
                  <a:cubicBezTo>
                    <a:pt x="140174" y="9771"/>
                    <a:pt x="139284" y="8901"/>
                    <a:pt x="139284" y="7809"/>
                  </a:cubicBezTo>
                  <a:cubicBezTo>
                    <a:pt x="139284" y="6878"/>
                    <a:pt x="139932" y="6110"/>
                    <a:pt x="140801" y="5907"/>
                  </a:cubicBezTo>
                  <a:lnTo>
                    <a:pt x="140275" y="5078"/>
                  </a:lnTo>
                  <a:lnTo>
                    <a:pt x="140842" y="3824"/>
                  </a:lnTo>
                  <a:lnTo>
                    <a:pt x="140801" y="2853"/>
                  </a:lnTo>
                  <a:lnTo>
                    <a:pt x="133438" y="2853"/>
                  </a:lnTo>
                  <a:lnTo>
                    <a:pt x="133438" y="3601"/>
                  </a:lnTo>
                  <a:lnTo>
                    <a:pt x="134287" y="4350"/>
                  </a:lnTo>
                  <a:lnTo>
                    <a:pt x="134287" y="5240"/>
                  </a:lnTo>
                  <a:lnTo>
                    <a:pt x="134834" y="5968"/>
                  </a:lnTo>
                  <a:cubicBezTo>
                    <a:pt x="135097" y="6069"/>
                    <a:pt x="135319" y="6211"/>
                    <a:pt x="135521" y="6393"/>
                  </a:cubicBezTo>
                  <a:cubicBezTo>
                    <a:pt x="135724" y="6595"/>
                    <a:pt x="135886" y="6818"/>
                    <a:pt x="135987" y="7081"/>
                  </a:cubicBezTo>
                  <a:cubicBezTo>
                    <a:pt x="136088" y="7323"/>
                    <a:pt x="136149" y="7586"/>
                    <a:pt x="136149" y="7849"/>
                  </a:cubicBezTo>
                  <a:cubicBezTo>
                    <a:pt x="136149" y="8274"/>
                    <a:pt x="136027" y="8638"/>
                    <a:pt x="135805" y="8962"/>
                  </a:cubicBezTo>
                  <a:cubicBezTo>
                    <a:pt x="135461" y="9488"/>
                    <a:pt x="134854" y="9832"/>
                    <a:pt x="134186" y="9832"/>
                  </a:cubicBezTo>
                  <a:cubicBezTo>
                    <a:pt x="134065" y="9832"/>
                    <a:pt x="133964" y="9812"/>
                    <a:pt x="133883" y="9812"/>
                  </a:cubicBezTo>
                  <a:cubicBezTo>
                    <a:pt x="133680" y="9771"/>
                    <a:pt x="133498" y="9710"/>
                    <a:pt x="133316" y="9630"/>
                  </a:cubicBezTo>
                  <a:cubicBezTo>
                    <a:pt x="133053" y="9508"/>
                    <a:pt x="132831" y="9326"/>
                    <a:pt x="132649" y="9083"/>
                  </a:cubicBezTo>
                  <a:cubicBezTo>
                    <a:pt x="132527" y="8942"/>
                    <a:pt x="132426" y="8780"/>
                    <a:pt x="132365" y="8598"/>
                  </a:cubicBezTo>
                  <a:cubicBezTo>
                    <a:pt x="132325" y="8537"/>
                    <a:pt x="132305" y="8476"/>
                    <a:pt x="132285" y="8416"/>
                  </a:cubicBezTo>
                  <a:cubicBezTo>
                    <a:pt x="132224" y="8213"/>
                    <a:pt x="132183" y="8031"/>
                    <a:pt x="132183" y="7809"/>
                  </a:cubicBezTo>
                  <a:cubicBezTo>
                    <a:pt x="132183" y="7242"/>
                    <a:pt x="132446" y="6716"/>
                    <a:pt x="132831" y="6373"/>
                  </a:cubicBezTo>
                  <a:lnTo>
                    <a:pt x="132790" y="6373"/>
                  </a:lnTo>
                  <a:lnTo>
                    <a:pt x="132831" y="6110"/>
                  </a:lnTo>
                  <a:lnTo>
                    <a:pt x="132123" y="5685"/>
                  </a:lnTo>
                  <a:lnTo>
                    <a:pt x="132123" y="4815"/>
                  </a:lnTo>
                  <a:lnTo>
                    <a:pt x="132365" y="4350"/>
                  </a:lnTo>
                  <a:lnTo>
                    <a:pt x="132527" y="2853"/>
                  </a:lnTo>
                  <a:lnTo>
                    <a:pt x="129412" y="2853"/>
                  </a:lnTo>
                  <a:lnTo>
                    <a:pt x="128279" y="4006"/>
                  </a:lnTo>
                  <a:lnTo>
                    <a:pt x="128279" y="6110"/>
                  </a:lnTo>
                  <a:lnTo>
                    <a:pt x="128036" y="6150"/>
                  </a:lnTo>
                  <a:cubicBezTo>
                    <a:pt x="128643" y="6474"/>
                    <a:pt x="129048" y="7121"/>
                    <a:pt x="129048" y="7849"/>
                  </a:cubicBezTo>
                  <a:cubicBezTo>
                    <a:pt x="129048" y="8679"/>
                    <a:pt x="128562" y="9367"/>
                    <a:pt x="127854" y="9670"/>
                  </a:cubicBezTo>
                  <a:cubicBezTo>
                    <a:pt x="127793" y="9690"/>
                    <a:pt x="127733" y="9710"/>
                    <a:pt x="127672" y="9731"/>
                  </a:cubicBezTo>
                  <a:cubicBezTo>
                    <a:pt x="127551" y="9771"/>
                    <a:pt x="127409" y="9812"/>
                    <a:pt x="127288" y="9812"/>
                  </a:cubicBezTo>
                  <a:cubicBezTo>
                    <a:pt x="127227" y="9832"/>
                    <a:pt x="127146" y="9832"/>
                    <a:pt x="127085" y="9832"/>
                  </a:cubicBezTo>
                  <a:cubicBezTo>
                    <a:pt x="127025" y="9832"/>
                    <a:pt x="126944" y="9832"/>
                    <a:pt x="126883" y="9812"/>
                  </a:cubicBezTo>
                  <a:cubicBezTo>
                    <a:pt x="126742" y="9812"/>
                    <a:pt x="126620" y="9771"/>
                    <a:pt x="126499" y="9731"/>
                  </a:cubicBezTo>
                  <a:cubicBezTo>
                    <a:pt x="126438" y="9710"/>
                    <a:pt x="126377" y="9690"/>
                    <a:pt x="126317" y="9670"/>
                  </a:cubicBezTo>
                  <a:cubicBezTo>
                    <a:pt x="125609" y="9367"/>
                    <a:pt x="125123" y="8679"/>
                    <a:pt x="125123" y="7849"/>
                  </a:cubicBezTo>
                  <a:cubicBezTo>
                    <a:pt x="125123" y="7607"/>
                    <a:pt x="125164" y="7364"/>
                    <a:pt x="125244" y="7141"/>
                  </a:cubicBezTo>
                  <a:cubicBezTo>
                    <a:pt x="125346" y="6919"/>
                    <a:pt x="125467" y="6716"/>
                    <a:pt x="125629" y="6534"/>
                  </a:cubicBezTo>
                  <a:lnTo>
                    <a:pt x="126580" y="5847"/>
                  </a:lnTo>
                  <a:lnTo>
                    <a:pt x="126418" y="1902"/>
                  </a:lnTo>
                  <a:cubicBezTo>
                    <a:pt x="126418" y="1902"/>
                    <a:pt x="126276" y="2387"/>
                    <a:pt x="125770" y="2630"/>
                  </a:cubicBezTo>
                  <a:cubicBezTo>
                    <a:pt x="125325" y="2818"/>
                    <a:pt x="125098" y="2833"/>
                    <a:pt x="125038" y="2833"/>
                  </a:cubicBezTo>
                  <a:cubicBezTo>
                    <a:pt x="125027" y="2833"/>
                    <a:pt x="125022" y="2832"/>
                    <a:pt x="125022" y="2832"/>
                  </a:cubicBezTo>
                  <a:lnTo>
                    <a:pt x="125022" y="2853"/>
                  </a:lnTo>
                  <a:lnTo>
                    <a:pt x="120733" y="2853"/>
                  </a:lnTo>
                  <a:lnTo>
                    <a:pt x="120025" y="0"/>
                  </a:lnTo>
                  <a:lnTo>
                    <a:pt x="118123" y="1619"/>
                  </a:lnTo>
                  <a:lnTo>
                    <a:pt x="120733" y="3358"/>
                  </a:lnTo>
                  <a:lnTo>
                    <a:pt x="119944" y="3743"/>
                  </a:lnTo>
                  <a:lnTo>
                    <a:pt x="119580" y="4673"/>
                  </a:lnTo>
                  <a:lnTo>
                    <a:pt x="120733" y="5725"/>
                  </a:lnTo>
                  <a:lnTo>
                    <a:pt x="120733" y="6049"/>
                  </a:lnTo>
                  <a:cubicBezTo>
                    <a:pt x="120834" y="6069"/>
                    <a:pt x="120915" y="6130"/>
                    <a:pt x="120996" y="6170"/>
                  </a:cubicBezTo>
                  <a:cubicBezTo>
                    <a:pt x="121158" y="6271"/>
                    <a:pt x="121300" y="6393"/>
                    <a:pt x="121441" y="6534"/>
                  </a:cubicBezTo>
                  <a:cubicBezTo>
                    <a:pt x="121765" y="6878"/>
                    <a:pt x="121947" y="7344"/>
                    <a:pt x="121947" y="7849"/>
                  </a:cubicBezTo>
                  <a:cubicBezTo>
                    <a:pt x="121947" y="8335"/>
                    <a:pt x="121785" y="8780"/>
                    <a:pt x="121502" y="9104"/>
                  </a:cubicBezTo>
                  <a:cubicBezTo>
                    <a:pt x="121421" y="9205"/>
                    <a:pt x="121340" y="9306"/>
                    <a:pt x="121239" y="9387"/>
                  </a:cubicBezTo>
                  <a:cubicBezTo>
                    <a:pt x="121198" y="9407"/>
                    <a:pt x="121138" y="9447"/>
                    <a:pt x="121097" y="9488"/>
                  </a:cubicBezTo>
                  <a:cubicBezTo>
                    <a:pt x="120976" y="9569"/>
                    <a:pt x="120875" y="9630"/>
                    <a:pt x="120753" y="9670"/>
                  </a:cubicBezTo>
                  <a:cubicBezTo>
                    <a:pt x="120693" y="9690"/>
                    <a:pt x="120632" y="9710"/>
                    <a:pt x="120571" y="9731"/>
                  </a:cubicBezTo>
                  <a:cubicBezTo>
                    <a:pt x="120450" y="9771"/>
                    <a:pt x="120329" y="9812"/>
                    <a:pt x="120187" y="9812"/>
                  </a:cubicBezTo>
                  <a:cubicBezTo>
                    <a:pt x="120126" y="9832"/>
                    <a:pt x="120066" y="9832"/>
                    <a:pt x="119985" y="9832"/>
                  </a:cubicBezTo>
                  <a:cubicBezTo>
                    <a:pt x="119580" y="9832"/>
                    <a:pt x="119196" y="9710"/>
                    <a:pt x="118892" y="9488"/>
                  </a:cubicBezTo>
                  <a:cubicBezTo>
                    <a:pt x="118366" y="9144"/>
                    <a:pt x="118022" y="8537"/>
                    <a:pt x="118022" y="7849"/>
                  </a:cubicBezTo>
                  <a:cubicBezTo>
                    <a:pt x="118022" y="7222"/>
                    <a:pt x="118326" y="6636"/>
                    <a:pt x="118811" y="6292"/>
                  </a:cubicBezTo>
                  <a:cubicBezTo>
                    <a:pt x="118892" y="6231"/>
                    <a:pt x="118953" y="6191"/>
                    <a:pt x="119034" y="6150"/>
                  </a:cubicBezTo>
                  <a:lnTo>
                    <a:pt x="118548" y="6069"/>
                  </a:lnTo>
                  <a:lnTo>
                    <a:pt x="118589" y="5725"/>
                  </a:lnTo>
                  <a:lnTo>
                    <a:pt x="119297" y="5725"/>
                  </a:lnTo>
                  <a:lnTo>
                    <a:pt x="119297" y="5037"/>
                  </a:lnTo>
                  <a:lnTo>
                    <a:pt x="116505" y="2853"/>
                  </a:lnTo>
                  <a:lnTo>
                    <a:pt x="113208" y="2853"/>
                  </a:lnTo>
                  <a:lnTo>
                    <a:pt x="112823" y="3116"/>
                  </a:lnTo>
                  <a:lnTo>
                    <a:pt x="113288" y="4046"/>
                  </a:lnTo>
                  <a:lnTo>
                    <a:pt x="113288" y="4936"/>
                  </a:lnTo>
                  <a:lnTo>
                    <a:pt x="112823" y="5563"/>
                  </a:lnTo>
                  <a:lnTo>
                    <a:pt x="112823" y="5867"/>
                  </a:lnTo>
                  <a:lnTo>
                    <a:pt x="112884" y="5887"/>
                  </a:lnTo>
                  <a:cubicBezTo>
                    <a:pt x="113976" y="5887"/>
                    <a:pt x="114866" y="6777"/>
                    <a:pt x="114866" y="7849"/>
                  </a:cubicBezTo>
                  <a:cubicBezTo>
                    <a:pt x="114866" y="8942"/>
                    <a:pt x="113976" y="9832"/>
                    <a:pt x="112884" y="9832"/>
                  </a:cubicBezTo>
                  <a:cubicBezTo>
                    <a:pt x="111812" y="9832"/>
                    <a:pt x="110922" y="8942"/>
                    <a:pt x="110922" y="7849"/>
                  </a:cubicBezTo>
                  <a:cubicBezTo>
                    <a:pt x="110922" y="7485"/>
                    <a:pt x="111023" y="7141"/>
                    <a:pt x="111225" y="6838"/>
                  </a:cubicBezTo>
                  <a:cubicBezTo>
                    <a:pt x="111286" y="6737"/>
                    <a:pt x="111346" y="6656"/>
                    <a:pt x="111427" y="6555"/>
                  </a:cubicBezTo>
                  <a:lnTo>
                    <a:pt x="111427" y="6555"/>
                  </a:lnTo>
                  <a:lnTo>
                    <a:pt x="111367" y="6575"/>
                  </a:lnTo>
                  <a:lnTo>
                    <a:pt x="111367" y="6575"/>
                  </a:lnTo>
                  <a:lnTo>
                    <a:pt x="111448" y="6534"/>
                  </a:lnTo>
                  <a:cubicBezTo>
                    <a:pt x="111589" y="6373"/>
                    <a:pt x="111771" y="6231"/>
                    <a:pt x="111974" y="6130"/>
                  </a:cubicBezTo>
                  <a:lnTo>
                    <a:pt x="111609" y="5361"/>
                  </a:lnTo>
                  <a:lnTo>
                    <a:pt x="110861" y="5219"/>
                  </a:lnTo>
                  <a:lnTo>
                    <a:pt x="110861" y="3338"/>
                  </a:lnTo>
                  <a:lnTo>
                    <a:pt x="110274" y="2853"/>
                  </a:lnTo>
                  <a:lnTo>
                    <a:pt x="107584" y="2853"/>
                  </a:lnTo>
                  <a:lnTo>
                    <a:pt x="107584" y="4107"/>
                  </a:lnTo>
                  <a:lnTo>
                    <a:pt x="106795" y="4107"/>
                  </a:lnTo>
                  <a:lnTo>
                    <a:pt x="106795" y="4633"/>
                  </a:lnTo>
                  <a:lnTo>
                    <a:pt x="107179" y="5139"/>
                  </a:lnTo>
                  <a:lnTo>
                    <a:pt x="106613" y="6130"/>
                  </a:lnTo>
                  <a:cubicBezTo>
                    <a:pt x="107118" y="6352"/>
                    <a:pt x="107523" y="6797"/>
                    <a:pt x="107685" y="7344"/>
                  </a:cubicBezTo>
                  <a:cubicBezTo>
                    <a:pt x="107745" y="7526"/>
                    <a:pt x="107766" y="7708"/>
                    <a:pt x="107766" y="7910"/>
                  </a:cubicBezTo>
                  <a:cubicBezTo>
                    <a:pt x="107766" y="8112"/>
                    <a:pt x="107725" y="8315"/>
                    <a:pt x="107685" y="8497"/>
                  </a:cubicBezTo>
                  <a:cubicBezTo>
                    <a:pt x="107644" y="8618"/>
                    <a:pt x="107584" y="8739"/>
                    <a:pt x="107523" y="8861"/>
                  </a:cubicBezTo>
                  <a:cubicBezTo>
                    <a:pt x="107402" y="9083"/>
                    <a:pt x="107240" y="9265"/>
                    <a:pt x="107058" y="9427"/>
                  </a:cubicBezTo>
                  <a:cubicBezTo>
                    <a:pt x="106714" y="9710"/>
                    <a:pt x="106269" y="9893"/>
                    <a:pt x="105803" y="9893"/>
                  </a:cubicBezTo>
                  <a:cubicBezTo>
                    <a:pt x="105601" y="9893"/>
                    <a:pt x="105399" y="9852"/>
                    <a:pt x="105217" y="9791"/>
                  </a:cubicBezTo>
                  <a:cubicBezTo>
                    <a:pt x="104407" y="9549"/>
                    <a:pt x="103821" y="8800"/>
                    <a:pt x="103821" y="7910"/>
                  </a:cubicBezTo>
                  <a:cubicBezTo>
                    <a:pt x="103821" y="6979"/>
                    <a:pt x="104468" y="6211"/>
                    <a:pt x="105338" y="6008"/>
                  </a:cubicBezTo>
                  <a:lnTo>
                    <a:pt x="104832" y="5179"/>
                  </a:lnTo>
                  <a:lnTo>
                    <a:pt x="105379" y="3925"/>
                  </a:lnTo>
                  <a:lnTo>
                    <a:pt x="105338" y="2853"/>
                  </a:lnTo>
                  <a:lnTo>
                    <a:pt x="104711" y="1902"/>
                  </a:lnTo>
                  <a:lnTo>
                    <a:pt x="102890" y="2327"/>
                  </a:lnTo>
                  <a:lnTo>
                    <a:pt x="103720" y="2853"/>
                  </a:lnTo>
                  <a:lnTo>
                    <a:pt x="99087" y="2853"/>
                  </a:lnTo>
                  <a:lnTo>
                    <a:pt x="98622" y="3176"/>
                  </a:lnTo>
                  <a:lnTo>
                    <a:pt x="99087" y="4107"/>
                  </a:lnTo>
                  <a:lnTo>
                    <a:pt x="99087" y="4997"/>
                  </a:lnTo>
                  <a:lnTo>
                    <a:pt x="98622" y="5624"/>
                  </a:lnTo>
                  <a:lnTo>
                    <a:pt x="98622" y="5928"/>
                  </a:lnTo>
                  <a:lnTo>
                    <a:pt x="98682" y="5948"/>
                  </a:lnTo>
                  <a:lnTo>
                    <a:pt x="98703" y="5948"/>
                  </a:lnTo>
                  <a:cubicBezTo>
                    <a:pt x="98905" y="5948"/>
                    <a:pt x="99107" y="5988"/>
                    <a:pt x="99289" y="6029"/>
                  </a:cubicBezTo>
                  <a:cubicBezTo>
                    <a:pt x="100098" y="6292"/>
                    <a:pt x="100665" y="7040"/>
                    <a:pt x="100665" y="7910"/>
                  </a:cubicBezTo>
                  <a:cubicBezTo>
                    <a:pt x="100665" y="8800"/>
                    <a:pt x="100098" y="9549"/>
                    <a:pt x="99289" y="9791"/>
                  </a:cubicBezTo>
                  <a:cubicBezTo>
                    <a:pt x="99107" y="9852"/>
                    <a:pt x="98905" y="9893"/>
                    <a:pt x="98703" y="9893"/>
                  </a:cubicBezTo>
                  <a:cubicBezTo>
                    <a:pt x="98561" y="9893"/>
                    <a:pt x="98440" y="9872"/>
                    <a:pt x="98298" y="9852"/>
                  </a:cubicBezTo>
                  <a:cubicBezTo>
                    <a:pt x="97408" y="9650"/>
                    <a:pt x="96740" y="8861"/>
                    <a:pt x="96740" y="7910"/>
                  </a:cubicBezTo>
                  <a:cubicBezTo>
                    <a:pt x="96740" y="7789"/>
                    <a:pt x="96740" y="7667"/>
                    <a:pt x="96761" y="7546"/>
                  </a:cubicBezTo>
                  <a:cubicBezTo>
                    <a:pt x="96841" y="7202"/>
                    <a:pt x="97003" y="6878"/>
                    <a:pt x="97226" y="6615"/>
                  </a:cubicBezTo>
                  <a:lnTo>
                    <a:pt x="97185" y="6615"/>
                  </a:lnTo>
                  <a:lnTo>
                    <a:pt x="97266" y="6595"/>
                  </a:lnTo>
                  <a:cubicBezTo>
                    <a:pt x="97408" y="6433"/>
                    <a:pt x="97590" y="6292"/>
                    <a:pt x="97772" y="6191"/>
                  </a:cubicBezTo>
                  <a:lnTo>
                    <a:pt x="97408" y="5402"/>
                  </a:lnTo>
                  <a:lnTo>
                    <a:pt x="96680" y="5280"/>
                  </a:lnTo>
                  <a:lnTo>
                    <a:pt x="96680" y="3399"/>
                  </a:lnTo>
                  <a:lnTo>
                    <a:pt x="95486" y="1801"/>
                  </a:lnTo>
                  <a:lnTo>
                    <a:pt x="94960" y="2853"/>
                  </a:lnTo>
                  <a:lnTo>
                    <a:pt x="90267" y="2853"/>
                  </a:lnTo>
                  <a:lnTo>
                    <a:pt x="89356" y="749"/>
                  </a:lnTo>
                  <a:lnTo>
                    <a:pt x="88668" y="2428"/>
                  </a:lnTo>
                  <a:lnTo>
                    <a:pt x="90408" y="4896"/>
                  </a:lnTo>
                  <a:lnTo>
                    <a:pt x="89943" y="5826"/>
                  </a:lnTo>
                  <a:lnTo>
                    <a:pt x="90004" y="5847"/>
                  </a:lnTo>
                  <a:lnTo>
                    <a:pt x="90024" y="5847"/>
                  </a:lnTo>
                  <a:cubicBezTo>
                    <a:pt x="91096" y="5847"/>
                    <a:pt x="91986" y="6716"/>
                    <a:pt x="91986" y="7809"/>
                  </a:cubicBezTo>
                  <a:cubicBezTo>
                    <a:pt x="91986" y="8901"/>
                    <a:pt x="91096" y="9771"/>
                    <a:pt x="90024" y="9771"/>
                  </a:cubicBezTo>
                  <a:cubicBezTo>
                    <a:pt x="88931" y="9771"/>
                    <a:pt x="88041" y="8901"/>
                    <a:pt x="88041" y="7809"/>
                  </a:cubicBezTo>
                  <a:cubicBezTo>
                    <a:pt x="88041" y="7303"/>
                    <a:pt x="88244" y="6858"/>
                    <a:pt x="88547" y="6514"/>
                  </a:cubicBezTo>
                  <a:lnTo>
                    <a:pt x="88507" y="6514"/>
                  </a:lnTo>
                  <a:lnTo>
                    <a:pt x="88567" y="6494"/>
                  </a:lnTo>
                  <a:cubicBezTo>
                    <a:pt x="88729" y="6332"/>
                    <a:pt x="88891" y="6191"/>
                    <a:pt x="89093" y="6089"/>
                  </a:cubicBezTo>
                  <a:lnTo>
                    <a:pt x="88729" y="5300"/>
                  </a:lnTo>
                  <a:lnTo>
                    <a:pt x="87981" y="5159"/>
                  </a:lnTo>
                  <a:lnTo>
                    <a:pt x="87981" y="3298"/>
                  </a:lnTo>
                  <a:lnTo>
                    <a:pt x="87455" y="2853"/>
                  </a:lnTo>
                  <a:lnTo>
                    <a:pt x="84703" y="2853"/>
                  </a:lnTo>
                  <a:lnTo>
                    <a:pt x="84703" y="4006"/>
                  </a:lnTo>
                  <a:lnTo>
                    <a:pt x="83914" y="4006"/>
                  </a:lnTo>
                  <a:lnTo>
                    <a:pt x="83914" y="4511"/>
                  </a:lnTo>
                  <a:lnTo>
                    <a:pt x="84299" y="5037"/>
                  </a:lnTo>
                  <a:lnTo>
                    <a:pt x="83914" y="5442"/>
                  </a:lnTo>
                  <a:lnTo>
                    <a:pt x="84885" y="5847"/>
                  </a:lnTo>
                  <a:lnTo>
                    <a:pt x="83732" y="6029"/>
                  </a:lnTo>
                  <a:cubicBezTo>
                    <a:pt x="84420" y="6332"/>
                    <a:pt x="84885" y="7020"/>
                    <a:pt x="84885" y="7809"/>
                  </a:cubicBezTo>
                  <a:cubicBezTo>
                    <a:pt x="84885" y="8901"/>
                    <a:pt x="84016" y="9771"/>
                    <a:pt x="82923" y="9771"/>
                  </a:cubicBezTo>
                  <a:cubicBezTo>
                    <a:pt x="81831" y="9771"/>
                    <a:pt x="80961" y="8901"/>
                    <a:pt x="80961" y="7809"/>
                  </a:cubicBezTo>
                  <a:cubicBezTo>
                    <a:pt x="80961" y="6878"/>
                    <a:pt x="81608" y="6110"/>
                    <a:pt x="82458" y="5907"/>
                  </a:cubicBezTo>
                  <a:lnTo>
                    <a:pt x="81952" y="5078"/>
                  </a:lnTo>
                  <a:lnTo>
                    <a:pt x="82519" y="3824"/>
                  </a:lnTo>
                  <a:lnTo>
                    <a:pt x="82478" y="2853"/>
                  </a:lnTo>
                  <a:lnTo>
                    <a:pt x="78695" y="2853"/>
                  </a:lnTo>
                  <a:lnTo>
                    <a:pt x="77259" y="1437"/>
                  </a:lnTo>
                  <a:lnTo>
                    <a:pt x="76955" y="2145"/>
                  </a:lnTo>
                  <a:lnTo>
                    <a:pt x="76207" y="2145"/>
                  </a:lnTo>
                  <a:lnTo>
                    <a:pt x="74710" y="4248"/>
                  </a:lnTo>
                  <a:lnTo>
                    <a:pt x="76126" y="5867"/>
                  </a:lnTo>
                  <a:lnTo>
                    <a:pt x="76106" y="5867"/>
                  </a:lnTo>
                  <a:cubicBezTo>
                    <a:pt x="77056" y="6008"/>
                    <a:pt x="77805" y="6818"/>
                    <a:pt x="77805" y="7809"/>
                  </a:cubicBezTo>
                  <a:cubicBezTo>
                    <a:pt x="77805" y="8901"/>
                    <a:pt x="76915" y="9771"/>
                    <a:pt x="75822" y="9771"/>
                  </a:cubicBezTo>
                  <a:cubicBezTo>
                    <a:pt x="74750" y="9771"/>
                    <a:pt x="73860" y="8901"/>
                    <a:pt x="73860" y="7809"/>
                  </a:cubicBezTo>
                  <a:cubicBezTo>
                    <a:pt x="73860" y="7323"/>
                    <a:pt x="74042" y="6878"/>
                    <a:pt x="74346" y="6534"/>
                  </a:cubicBezTo>
                  <a:lnTo>
                    <a:pt x="74325" y="6534"/>
                  </a:lnTo>
                  <a:lnTo>
                    <a:pt x="74285" y="5644"/>
                  </a:lnTo>
                  <a:lnTo>
                    <a:pt x="73617" y="5442"/>
                  </a:lnTo>
                  <a:lnTo>
                    <a:pt x="73617" y="3864"/>
                  </a:lnTo>
                  <a:lnTo>
                    <a:pt x="74103" y="3864"/>
                  </a:lnTo>
                  <a:lnTo>
                    <a:pt x="74103" y="2853"/>
                  </a:lnTo>
                  <a:lnTo>
                    <a:pt x="71008" y="2853"/>
                  </a:lnTo>
                  <a:lnTo>
                    <a:pt x="69935" y="3945"/>
                  </a:lnTo>
                  <a:lnTo>
                    <a:pt x="69935" y="6049"/>
                  </a:lnTo>
                  <a:lnTo>
                    <a:pt x="69693" y="6110"/>
                  </a:lnTo>
                  <a:cubicBezTo>
                    <a:pt x="70279" y="6433"/>
                    <a:pt x="70704" y="7081"/>
                    <a:pt x="70704" y="7809"/>
                  </a:cubicBezTo>
                  <a:cubicBezTo>
                    <a:pt x="70704" y="8901"/>
                    <a:pt x="69814" y="9771"/>
                    <a:pt x="68742" y="9771"/>
                  </a:cubicBezTo>
                  <a:cubicBezTo>
                    <a:pt x="67649" y="9771"/>
                    <a:pt x="66759" y="8901"/>
                    <a:pt x="66759" y="7809"/>
                  </a:cubicBezTo>
                  <a:cubicBezTo>
                    <a:pt x="66759" y="7303"/>
                    <a:pt x="66962" y="6838"/>
                    <a:pt x="67285" y="6494"/>
                  </a:cubicBezTo>
                  <a:lnTo>
                    <a:pt x="69146" y="4491"/>
                  </a:lnTo>
                  <a:lnTo>
                    <a:pt x="69652" y="2832"/>
                  </a:lnTo>
                  <a:lnTo>
                    <a:pt x="66618" y="1437"/>
                  </a:lnTo>
                  <a:lnTo>
                    <a:pt x="66152" y="2832"/>
                  </a:lnTo>
                  <a:lnTo>
                    <a:pt x="66152" y="2853"/>
                  </a:lnTo>
                  <a:lnTo>
                    <a:pt x="62390" y="2853"/>
                  </a:lnTo>
                  <a:lnTo>
                    <a:pt x="62390" y="3318"/>
                  </a:lnTo>
                  <a:lnTo>
                    <a:pt x="61601" y="3702"/>
                  </a:lnTo>
                  <a:lnTo>
                    <a:pt x="61216" y="4633"/>
                  </a:lnTo>
                  <a:lnTo>
                    <a:pt x="62390" y="5685"/>
                  </a:lnTo>
                  <a:lnTo>
                    <a:pt x="62390" y="5988"/>
                  </a:lnTo>
                  <a:cubicBezTo>
                    <a:pt x="63098" y="6292"/>
                    <a:pt x="63603" y="7000"/>
                    <a:pt x="63603" y="7809"/>
                  </a:cubicBezTo>
                  <a:cubicBezTo>
                    <a:pt x="63603" y="8901"/>
                    <a:pt x="62734" y="9771"/>
                    <a:pt x="61641" y="9771"/>
                  </a:cubicBezTo>
                  <a:cubicBezTo>
                    <a:pt x="60549" y="9771"/>
                    <a:pt x="59679" y="8901"/>
                    <a:pt x="59679" y="7809"/>
                  </a:cubicBezTo>
                  <a:cubicBezTo>
                    <a:pt x="59679" y="7081"/>
                    <a:pt x="60083" y="6433"/>
                    <a:pt x="60690" y="6110"/>
                  </a:cubicBezTo>
                  <a:lnTo>
                    <a:pt x="60185" y="6029"/>
                  </a:lnTo>
                  <a:lnTo>
                    <a:pt x="60245" y="5685"/>
                  </a:lnTo>
                  <a:lnTo>
                    <a:pt x="60933" y="5685"/>
                  </a:lnTo>
                  <a:lnTo>
                    <a:pt x="60933" y="4997"/>
                  </a:lnTo>
                  <a:lnTo>
                    <a:pt x="59315" y="1194"/>
                  </a:lnTo>
                  <a:lnTo>
                    <a:pt x="58202" y="2853"/>
                  </a:lnTo>
                  <a:lnTo>
                    <a:pt x="54783" y="2853"/>
                  </a:lnTo>
                  <a:lnTo>
                    <a:pt x="54480" y="3075"/>
                  </a:lnTo>
                  <a:lnTo>
                    <a:pt x="54945" y="4006"/>
                  </a:lnTo>
                  <a:lnTo>
                    <a:pt x="54945" y="4896"/>
                  </a:lnTo>
                  <a:lnTo>
                    <a:pt x="54480" y="5523"/>
                  </a:lnTo>
                  <a:lnTo>
                    <a:pt x="54480" y="5826"/>
                  </a:lnTo>
                  <a:lnTo>
                    <a:pt x="54520" y="5847"/>
                  </a:lnTo>
                  <a:lnTo>
                    <a:pt x="54540" y="5847"/>
                  </a:lnTo>
                  <a:cubicBezTo>
                    <a:pt x="55633" y="5847"/>
                    <a:pt x="56503" y="6716"/>
                    <a:pt x="56503" y="7809"/>
                  </a:cubicBezTo>
                  <a:cubicBezTo>
                    <a:pt x="56503" y="8901"/>
                    <a:pt x="55633" y="9771"/>
                    <a:pt x="54540" y="9771"/>
                  </a:cubicBezTo>
                  <a:cubicBezTo>
                    <a:pt x="53448" y="9771"/>
                    <a:pt x="52578" y="8901"/>
                    <a:pt x="52578" y="7809"/>
                  </a:cubicBezTo>
                  <a:cubicBezTo>
                    <a:pt x="52578" y="7303"/>
                    <a:pt x="52760" y="6858"/>
                    <a:pt x="53084" y="6514"/>
                  </a:cubicBezTo>
                  <a:lnTo>
                    <a:pt x="53023" y="6514"/>
                  </a:lnTo>
                  <a:lnTo>
                    <a:pt x="53104" y="6494"/>
                  </a:lnTo>
                  <a:cubicBezTo>
                    <a:pt x="53246" y="6332"/>
                    <a:pt x="53428" y="6191"/>
                    <a:pt x="53610" y="6089"/>
                  </a:cubicBezTo>
                  <a:lnTo>
                    <a:pt x="53266" y="5300"/>
                  </a:lnTo>
                  <a:lnTo>
                    <a:pt x="52517" y="5159"/>
                  </a:lnTo>
                  <a:lnTo>
                    <a:pt x="52517" y="3298"/>
                  </a:lnTo>
                  <a:lnTo>
                    <a:pt x="51971" y="2853"/>
                  </a:lnTo>
                  <a:lnTo>
                    <a:pt x="49240" y="2853"/>
                  </a:lnTo>
                  <a:lnTo>
                    <a:pt x="49240" y="4006"/>
                  </a:lnTo>
                  <a:lnTo>
                    <a:pt x="48431" y="4006"/>
                  </a:lnTo>
                  <a:lnTo>
                    <a:pt x="48431" y="4511"/>
                  </a:lnTo>
                  <a:lnTo>
                    <a:pt x="48835" y="5037"/>
                  </a:lnTo>
                  <a:lnTo>
                    <a:pt x="48714" y="5786"/>
                  </a:lnTo>
                  <a:lnTo>
                    <a:pt x="48269" y="6029"/>
                  </a:lnTo>
                  <a:cubicBezTo>
                    <a:pt x="48937" y="6332"/>
                    <a:pt x="49422" y="7020"/>
                    <a:pt x="49422" y="7809"/>
                  </a:cubicBezTo>
                  <a:cubicBezTo>
                    <a:pt x="49422" y="8901"/>
                    <a:pt x="48532" y="9771"/>
                    <a:pt x="47440" y="9771"/>
                  </a:cubicBezTo>
                  <a:cubicBezTo>
                    <a:pt x="46367" y="9771"/>
                    <a:pt x="45477" y="8901"/>
                    <a:pt x="45477" y="7809"/>
                  </a:cubicBezTo>
                  <a:cubicBezTo>
                    <a:pt x="45477" y="6878"/>
                    <a:pt x="46125" y="6110"/>
                    <a:pt x="46994" y="5907"/>
                  </a:cubicBezTo>
                  <a:lnTo>
                    <a:pt x="46469" y="5078"/>
                  </a:lnTo>
                  <a:lnTo>
                    <a:pt x="47035" y="3824"/>
                  </a:lnTo>
                  <a:lnTo>
                    <a:pt x="46994" y="2853"/>
                  </a:lnTo>
                  <a:lnTo>
                    <a:pt x="39631" y="2853"/>
                  </a:lnTo>
                  <a:lnTo>
                    <a:pt x="39631" y="3601"/>
                  </a:lnTo>
                  <a:lnTo>
                    <a:pt x="40480" y="4350"/>
                  </a:lnTo>
                  <a:lnTo>
                    <a:pt x="40480" y="5240"/>
                  </a:lnTo>
                  <a:lnTo>
                    <a:pt x="41027" y="5968"/>
                  </a:lnTo>
                  <a:cubicBezTo>
                    <a:pt x="41553" y="6150"/>
                    <a:pt x="41957" y="6555"/>
                    <a:pt x="42180" y="7081"/>
                  </a:cubicBezTo>
                  <a:cubicBezTo>
                    <a:pt x="42281" y="7323"/>
                    <a:pt x="42342" y="7586"/>
                    <a:pt x="42342" y="7849"/>
                  </a:cubicBezTo>
                  <a:cubicBezTo>
                    <a:pt x="42342" y="8942"/>
                    <a:pt x="41451" y="9832"/>
                    <a:pt x="40379" y="9832"/>
                  </a:cubicBezTo>
                  <a:cubicBezTo>
                    <a:pt x="39550" y="9832"/>
                    <a:pt x="38842" y="9326"/>
                    <a:pt x="38559" y="8598"/>
                  </a:cubicBezTo>
                  <a:cubicBezTo>
                    <a:pt x="38437" y="8355"/>
                    <a:pt x="38376" y="8092"/>
                    <a:pt x="38376" y="7809"/>
                  </a:cubicBezTo>
                  <a:cubicBezTo>
                    <a:pt x="38376" y="7242"/>
                    <a:pt x="38639" y="6716"/>
                    <a:pt x="39024" y="6373"/>
                  </a:cubicBezTo>
                  <a:lnTo>
                    <a:pt x="38983" y="6373"/>
                  </a:lnTo>
                  <a:lnTo>
                    <a:pt x="39024" y="6110"/>
                  </a:lnTo>
                  <a:lnTo>
                    <a:pt x="38336" y="5685"/>
                  </a:lnTo>
                  <a:lnTo>
                    <a:pt x="38336" y="4815"/>
                  </a:lnTo>
                  <a:lnTo>
                    <a:pt x="38559" y="4350"/>
                  </a:lnTo>
                  <a:lnTo>
                    <a:pt x="38720" y="2853"/>
                  </a:lnTo>
                  <a:lnTo>
                    <a:pt x="35605" y="2853"/>
                  </a:lnTo>
                  <a:lnTo>
                    <a:pt x="34492" y="4006"/>
                  </a:lnTo>
                  <a:lnTo>
                    <a:pt x="34492" y="6110"/>
                  </a:lnTo>
                  <a:lnTo>
                    <a:pt x="34229" y="6150"/>
                  </a:lnTo>
                  <a:cubicBezTo>
                    <a:pt x="34836" y="6474"/>
                    <a:pt x="35241" y="7121"/>
                    <a:pt x="35241" y="7849"/>
                  </a:cubicBezTo>
                  <a:cubicBezTo>
                    <a:pt x="35241" y="8942"/>
                    <a:pt x="34371" y="9832"/>
                    <a:pt x="33278" y="9832"/>
                  </a:cubicBezTo>
                  <a:cubicBezTo>
                    <a:pt x="32186" y="9832"/>
                    <a:pt x="31316" y="8942"/>
                    <a:pt x="31316" y="7849"/>
                  </a:cubicBezTo>
                  <a:cubicBezTo>
                    <a:pt x="31316" y="7344"/>
                    <a:pt x="31498" y="6899"/>
                    <a:pt x="31822" y="6534"/>
                  </a:cubicBezTo>
                  <a:lnTo>
                    <a:pt x="32773" y="5847"/>
                  </a:lnTo>
                  <a:lnTo>
                    <a:pt x="32611" y="1902"/>
                  </a:lnTo>
                  <a:cubicBezTo>
                    <a:pt x="32611" y="1902"/>
                    <a:pt x="32469" y="2387"/>
                    <a:pt x="31964" y="2630"/>
                  </a:cubicBezTo>
                  <a:cubicBezTo>
                    <a:pt x="31536" y="2818"/>
                    <a:pt x="31296" y="2833"/>
                    <a:pt x="31232" y="2833"/>
                  </a:cubicBezTo>
                  <a:cubicBezTo>
                    <a:pt x="31221" y="2833"/>
                    <a:pt x="31215" y="2832"/>
                    <a:pt x="31215" y="2832"/>
                  </a:cubicBezTo>
                  <a:lnTo>
                    <a:pt x="31215" y="2853"/>
                  </a:lnTo>
                  <a:lnTo>
                    <a:pt x="26926" y="2853"/>
                  </a:lnTo>
                  <a:lnTo>
                    <a:pt x="26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57150" dist="9525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92"/>
            <p:cNvSpPr/>
            <p:nvPr/>
          </p:nvSpPr>
          <p:spPr>
            <a:xfrm>
              <a:off x="65100" y="344350"/>
              <a:ext cx="9013800" cy="47511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46" name="Google Shape;6246;p9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247" name="Google Shape;6247;p9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248" name="Google Shape;6248;p9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9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9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9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9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9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9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9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9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9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9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9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9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9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9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9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9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9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9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9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9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9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9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9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9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9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9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9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9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9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9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9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9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9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9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9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9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9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9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9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9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9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9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9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9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9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9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9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9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9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9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9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9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9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9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9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9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9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9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9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9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9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310" name="Google Shape;6310;p9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9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12" name="Google Shape;6312;p92"/>
          <p:cNvSpPr txBox="1">
            <a:spLocks noGrp="1"/>
          </p:cNvSpPr>
          <p:nvPr>
            <p:ph type="ctrTitle"/>
          </p:nvPr>
        </p:nvSpPr>
        <p:spPr>
          <a:xfrm>
            <a:off x="717525" y="1337638"/>
            <a:ext cx="5249400" cy="21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Londrina Solid"/>
              <a:buNone/>
              <a:defRPr sz="61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6100"/>
              <a:buFont typeface="Bodoni Moda"/>
              <a:buNone/>
              <a:defRPr sz="6100">
                <a:solidFill>
                  <a:schemeClr val="accent6"/>
                </a:solidFill>
                <a:latin typeface="Bodoni Moda"/>
                <a:ea typeface="Bodoni Moda"/>
                <a:cs typeface="Bodoni Moda"/>
                <a:sym typeface="Bodoni Moda"/>
              </a:defRPr>
            </a:lvl9pPr>
          </a:lstStyle>
          <a:p>
            <a:endParaRPr/>
          </a:p>
        </p:txBody>
      </p:sp>
      <p:sp>
        <p:nvSpPr>
          <p:cNvPr id="6313" name="Google Shape;6313;p92"/>
          <p:cNvSpPr txBox="1">
            <a:spLocks noGrp="1"/>
          </p:cNvSpPr>
          <p:nvPr>
            <p:ph type="subTitle" idx="1"/>
          </p:nvPr>
        </p:nvSpPr>
        <p:spPr>
          <a:xfrm>
            <a:off x="717525" y="3441363"/>
            <a:ext cx="3932100" cy="36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latin typeface="Antic"/>
                <a:ea typeface="Antic"/>
                <a:cs typeface="Antic"/>
                <a:sym typeface="Antic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None/>
              <a:defRPr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6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5" name="Google Shape;6315;p9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16" name="Google Shape;6316;p9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17" name="Google Shape;6317;p9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318" name="Google Shape;6318;p9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319" name="Google Shape;6319;p9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9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9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9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9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9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9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9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9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9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9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9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9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9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9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9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9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9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9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9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9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9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9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9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9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9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9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9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9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9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9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9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9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9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9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9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9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9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9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9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9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9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9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9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9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9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9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9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9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9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9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9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9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9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9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9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9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9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9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9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9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9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381" name="Google Shape;6381;p9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9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83" name="Google Shape;6383;p93"/>
          <p:cNvSpPr txBox="1">
            <a:spLocks noGrp="1"/>
          </p:cNvSpPr>
          <p:nvPr>
            <p:ph type="title"/>
          </p:nvPr>
        </p:nvSpPr>
        <p:spPr>
          <a:xfrm>
            <a:off x="2049300" y="1918725"/>
            <a:ext cx="5045400" cy="205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6000"/>
            </a:lvl1pPr>
            <a:lvl2pPr lvl="1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6384" name="Google Shape;6384;p9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936725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0"/>
              <a:buNone/>
              <a:defRPr sz="8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85" name="Google Shape;6385;p93"/>
          <p:cNvSpPr txBox="1">
            <a:spLocks noGrp="1"/>
          </p:cNvSpPr>
          <p:nvPr>
            <p:ph type="subTitle" idx="1"/>
          </p:nvPr>
        </p:nvSpPr>
        <p:spPr>
          <a:xfrm>
            <a:off x="2038200" y="4029800"/>
            <a:ext cx="5067600" cy="375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6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7" name="Google Shape;6387;p9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88" name="Google Shape;6388;p9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89" name="Google Shape;6389;p9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390" name="Google Shape;6390;p9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391" name="Google Shape;6391;p9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9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9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9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9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9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9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9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9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9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9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9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9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9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9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9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9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9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9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9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9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9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9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9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9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9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9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9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9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9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9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9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9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9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9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9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9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9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9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9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9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9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9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9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9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9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9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9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9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9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9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9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9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9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9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9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9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9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9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9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9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9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53" name="Google Shape;6453;p9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9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55" name="Google Shape;6455;p9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456" name="Google Shape;6456;p94"/>
          <p:cNvSpPr txBox="1">
            <a:spLocks noGrp="1"/>
          </p:cNvSpPr>
          <p:nvPr>
            <p:ph type="body" idx="1"/>
          </p:nvPr>
        </p:nvSpPr>
        <p:spPr>
          <a:xfrm>
            <a:off x="720000" y="1139547"/>
            <a:ext cx="7704000" cy="33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6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8" name="Google Shape;6458;p9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59" name="Google Shape;6459;p9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60" name="Google Shape;6460;p9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461" name="Google Shape;6461;p9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462" name="Google Shape;6462;p9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9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9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9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9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9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9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9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9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9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9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9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9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9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9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9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9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9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9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9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9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9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9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9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9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9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9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9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9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9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9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9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9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9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9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9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9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9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9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9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9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9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9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9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9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9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9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9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9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9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9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9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9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9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9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9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9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9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9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9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9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9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24" name="Google Shape;6524;p9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9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26" name="Google Shape;6526;p95"/>
          <p:cNvSpPr txBox="1">
            <a:spLocks noGrp="1"/>
          </p:cNvSpPr>
          <p:nvPr>
            <p:ph type="subTitle" idx="1"/>
          </p:nvPr>
        </p:nvSpPr>
        <p:spPr>
          <a:xfrm rot="-233140">
            <a:off x="1176062" y="3455225"/>
            <a:ext cx="2155956" cy="389995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527" name="Google Shape;6527;p95"/>
          <p:cNvSpPr txBox="1">
            <a:spLocks noGrp="1"/>
          </p:cNvSpPr>
          <p:nvPr>
            <p:ph type="subTitle" idx="2"/>
          </p:nvPr>
        </p:nvSpPr>
        <p:spPr>
          <a:xfrm>
            <a:off x="3493875" y="3609975"/>
            <a:ext cx="2156100" cy="3900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528" name="Google Shape;6528;p95"/>
          <p:cNvSpPr txBox="1">
            <a:spLocks noGrp="1"/>
          </p:cNvSpPr>
          <p:nvPr>
            <p:ph type="subTitle" idx="3"/>
          </p:nvPr>
        </p:nvSpPr>
        <p:spPr>
          <a:xfrm rot="252770">
            <a:off x="5805956" y="3454860"/>
            <a:ext cx="2156226" cy="389843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529" name="Google Shape;6529;p95"/>
          <p:cNvSpPr/>
          <p:nvPr/>
        </p:nvSpPr>
        <p:spPr>
          <a:xfrm rot="-233298">
            <a:off x="1299061" y="1425764"/>
            <a:ext cx="1725372" cy="172537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0" name="Google Shape;6530;p9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531" name="Google Shape;6531;p95"/>
          <p:cNvSpPr txBox="1">
            <a:spLocks noGrp="1"/>
          </p:cNvSpPr>
          <p:nvPr>
            <p:ph type="subTitle" idx="4"/>
          </p:nvPr>
        </p:nvSpPr>
        <p:spPr>
          <a:xfrm>
            <a:off x="11073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532" name="Google Shape;6532;p95"/>
          <p:cNvSpPr>
            <a:spLocks noGrp="1"/>
          </p:cNvSpPr>
          <p:nvPr>
            <p:ph type="pic" idx="5"/>
          </p:nvPr>
        </p:nvSpPr>
        <p:spPr>
          <a:xfrm rot="-233074">
            <a:off x="1391105" y="1517928"/>
            <a:ext cx="1541040" cy="1541040"/>
          </a:xfrm>
          <a:prstGeom prst="rect">
            <a:avLst/>
          </a:prstGeom>
          <a:noFill/>
          <a:ln>
            <a:noFill/>
          </a:ln>
        </p:spPr>
      </p:sp>
      <p:sp>
        <p:nvSpPr>
          <p:cNvPr id="6533" name="Google Shape;6533;p95"/>
          <p:cNvSpPr/>
          <p:nvPr/>
        </p:nvSpPr>
        <p:spPr>
          <a:xfrm>
            <a:off x="3709275" y="1577425"/>
            <a:ext cx="1725300" cy="1725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4" name="Google Shape;6534;p95"/>
          <p:cNvSpPr txBox="1">
            <a:spLocks noGrp="1"/>
          </p:cNvSpPr>
          <p:nvPr>
            <p:ph type="subTitle" idx="6"/>
          </p:nvPr>
        </p:nvSpPr>
        <p:spPr>
          <a:xfrm>
            <a:off x="3494025" y="4038834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535" name="Google Shape;6535;p95"/>
          <p:cNvSpPr>
            <a:spLocks noGrp="1"/>
          </p:cNvSpPr>
          <p:nvPr>
            <p:ph type="pic" idx="7"/>
          </p:nvPr>
        </p:nvSpPr>
        <p:spPr>
          <a:xfrm>
            <a:off x="3801375" y="1669525"/>
            <a:ext cx="1541100" cy="1541100"/>
          </a:xfrm>
          <a:prstGeom prst="rect">
            <a:avLst/>
          </a:prstGeom>
          <a:noFill/>
          <a:ln>
            <a:noFill/>
          </a:ln>
        </p:spPr>
      </p:sp>
      <p:sp>
        <p:nvSpPr>
          <p:cNvPr id="6536" name="Google Shape;6536;p95"/>
          <p:cNvSpPr/>
          <p:nvPr/>
        </p:nvSpPr>
        <p:spPr>
          <a:xfrm rot="252506">
            <a:off x="6121589" y="1425914"/>
            <a:ext cx="1725152" cy="172515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7" name="Google Shape;6537;p95"/>
          <p:cNvSpPr txBox="1">
            <a:spLocks noGrp="1"/>
          </p:cNvSpPr>
          <p:nvPr>
            <p:ph type="subTitle" idx="8"/>
          </p:nvPr>
        </p:nvSpPr>
        <p:spPr>
          <a:xfrm>
            <a:off x="5880675" y="3923825"/>
            <a:ext cx="2156100" cy="4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538" name="Google Shape;6538;p95"/>
          <p:cNvSpPr>
            <a:spLocks noGrp="1"/>
          </p:cNvSpPr>
          <p:nvPr>
            <p:ph type="pic" idx="9"/>
          </p:nvPr>
        </p:nvSpPr>
        <p:spPr>
          <a:xfrm rot="252528">
            <a:off x="6213674" y="1518028"/>
            <a:ext cx="1541056" cy="154105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0" name="Google Shape;6540;p9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1" name="Google Shape;6541;p9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42" name="Google Shape;6542;p9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543" name="Google Shape;6543;p9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544" name="Google Shape;6544;p9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9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9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9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9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9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9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9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9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9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9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9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9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9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9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9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9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9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9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9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9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9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9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9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9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9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9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9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9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9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9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9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9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9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9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9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9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9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9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9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9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9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9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9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9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9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9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9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9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9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9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9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9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9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9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9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9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9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9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9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9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9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606" name="Google Shape;6606;p9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9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08" name="Google Shape;6608;p9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6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0" name="Google Shape;6610;p9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11" name="Google Shape;6611;p9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12" name="Google Shape;6612;p9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613" name="Google Shape;6613;p9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614" name="Google Shape;6614;p9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9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9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9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9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9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9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9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9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9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9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9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9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9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9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9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9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9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9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9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9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9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9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9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9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9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9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9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9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9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9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9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9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9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9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9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9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9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9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9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9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9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9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9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9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9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9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9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9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9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9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9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9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9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9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9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9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9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9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9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9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9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676" name="Google Shape;6676;p9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9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78" name="Google Shape;6678;p97"/>
          <p:cNvSpPr/>
          <p:nvPr/>
        </p:nvSpPr>
        <p:spPr>
          <a:xfrm rot="384343">
            <a:off x="5028060" y="863413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6679" name="Google Shape;6679;p9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552900" cy="105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680" name="Google Shape;6680;p97"/>
          <p:cNvSpPr txBox="1">
            <a:spLocks noGrp="1"/>
          </p:cNvSpPr>
          <p:nvPr>
            <p:ph type="subTitle" idx="1"/>
          </p:nvPr>
        </p:nvSpPr>
        <p:spPr>
          <a:xfrm>
            <a:off x="720000" y="1700300"/>
            <a:ext cx="35529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Nunito Light"/>
              <a:buChar char="●"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●"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Nunito Light"/>
              <a:buChar char="○"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  <p:sp>
        <p:nvSpPr>
          <p:cNvPr id="6681" name="Google Shape;6681;p97"/>
          <p:cNvSpPr/>
          <p:nvPr/>
        </p:nvSpPr>
        <p:spPr>
          <a:xfrm rot="382051">
            <a:off x="5645280" y="584107"/>
            <a:ext cx="3194608" cy="4124022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2" name="Google Shape;6682;p97"/>
          <p:cNvSpPr>
            <a:spLocks noGrp="1"/>
          </p:cNvSpPr>
          <p:nvPr>
            <p:ph type="pic" idx="2"/>
          </p:nvPr>
        </p:nvSpPr>
        <p:spPr>
          <a:xfrm rot="381771">
            <a:off x="5734848" y="657033"/>
            <a:ext cx="3015576" cy="3977887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6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4" name="Google Shape;6684;p9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5" name="Google Shape;6685;p9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86" name="Google Shape;6686;p9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687" name="Google Shape;6687;p9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688" name="Google Shape;6688;p9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9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9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9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9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9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9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9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9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9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9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9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9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9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9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9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9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9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9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9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9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9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9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9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9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9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9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9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9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7" name="Google Shape;6717;p9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8" name="Google Shape;6718;p9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9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9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9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9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9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9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9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9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9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9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9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0" name="Google Shape;6730;p9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1" name="Google Shape;6731;p9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9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9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9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9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9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9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9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9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9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9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9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9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9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9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9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9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9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9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50" name="Google Shape;6750;p9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9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52" name="Google Shape;6752;p98"/>
          <p:cNvSpPr txBox="1">
            <a:spLocks noGrp="1"/>
          </p:cNvSpPr>
          <p:nvPr>
            <p:ph type="title"/>
          </p:nvPr>
        </p:nvSpPr>
        <p:spPr>
          <a:xfrm>
            <a:off x="2326100" y="1018825"/>
            <a:ext cx="5762700" cy="288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8000"/>
            </a:lvl1pPr>
            <a:lvl2pPr lvl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6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4" name="Google Shape;6754;p9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5" name="Google Shape;6755;p9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56" name="Google Shape;6756;p9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757" name="Google Shape;6757;p9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758" name="Google Shape;6758;p9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9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9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9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9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9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9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9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9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9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9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9" name="Google Shape;6769;p9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0" name="Google Shape;6770;p9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9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9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9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9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9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9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9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9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9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9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9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9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9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9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9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9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9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9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9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9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9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9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9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9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9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9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9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9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9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9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9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9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9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9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9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9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9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8" name="Google Shape;6808;p9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9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9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9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9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9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9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9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9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9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9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9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20" name="Google Shape;6820;p9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9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22" name="Google Shape;6822;p99"/>
          <p:cNvSpPr txBox="1">
            <a:spLocks noGrp="1"/>
          </p:cNvSpPr>
          <p:nvPr>
            <p:ph type="title"/>
          </p:nvPr>
        </p:nvSpPr>
        <p:spPr>
          <a:xfrm>
            <a:off x="1279525" y="1440100"/>
            <a:ext cx="4161900" cy="1484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96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5000"/>
              <a:buNone/>
              <a:defRPr sz="15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6823" name="Google Shape;6823;p99"/>
          <p:cNvSpPr txBox="1">
            <a:spLocks noGrp="1"/>
          </p:cNvSpPr>
          <p:nvPr>
            <p:ph type="subTitle" idx="1"/>
          </p:nvPr>
        </p:nvSpPr>
        <p:spPr>
          <a:xfrm>
            <a:off x="1279525" y="3001100"/>
            <a:ext cx="4161900" cy="72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5" name="Google Shape;6825;p10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6" name="Google Shape;6826;p10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27" name="Google Shape;6827;p10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828" name="Google Shape;6828;p10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829" name="Google Shape;6829;p10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10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10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10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10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4" name="Google Shape;6834;p10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5" name="Google Shape;6835;p10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10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10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10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10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10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1" name="Google Shape;6841;p10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2" name="Google Shape;6842;p10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10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10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10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10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7" name="Google Shape;6847;p10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8" name="Google Shape;6848;p10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10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10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10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10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10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10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10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10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10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10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10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0" name="Google Shape;6860;p10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1" name="Google Shape;6861;p10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10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10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10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10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10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10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10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10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10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10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10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3" name="Google Shape;6873;p10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4" name="Google Shape;6874;p10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10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10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10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10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10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10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10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10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10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10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10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10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10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10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10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10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91" name="Google Shape;6891;p10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10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93" name="Google Shape;6893;p100"/>
          <p:cNvSpPr/>
          <p:nvPr/>
        </p:nvSpPr>
        <p:spPr>
          <a:xfrm>
            <a:off x="191900" y="352775"/>
            <a:ext cx="8777400" cy="46623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4" name="Google Shape;6894;p100"/>
          <p:cNvSpPr>
            <a:spLocks noGrp="1"/>
          </p:cNvSpPr>
          <p:nvPr>
            <p:ph type="pic" idx="2"/>
          </p:nvPr>
        </p:nvSpPr>
        <p:spPr>
          <a:xfrm rot="241">
            <a:off x="295450" y="428175"/>
            <a:ext cx="8552400" cy="4485300"/>
          </a:xfrm>
          <a:prstGeom prst="rect">
            <a:avLst/>
          </a:prstGeom>
          <a:noFill/>
          <a:ln>
            <a:noFill/>
          </a:ln>
        </p:spPr>
      </p:sp>
      <p:sp>
        <p:nvSpPr>
          <p:cNvPr id="6895" name="Google Shape;6895;p100"/>
          <p:cNvSpPr txBox="1">
            <a:spLocks noGrp="1"/>
          </p:cNvSpPr>
          <p:nvPr>
            <p:ph type="title"/>
          </p:nvPr>
        </p:nvSpPr>
        <p:spPr>
          <a:xfrm rot="-181457">
            <a:off x="918256" y="3962816"/>
            <a:ext cx="7306776" cy="543164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7" name="Google Shape;6897;p10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8" name="Google Shape;6898;p10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99" name="Google Shape;6899;p10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900" name="Google Shape;6900;p10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901" name="Google Shape;6901;p10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10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10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10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10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10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10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10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10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10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10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2" name="Google Shape;6912;p10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3" name="Google Shape;6913;p10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10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10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10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10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10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10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10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10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10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10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10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5" name="Google Shape;6925;p10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6" name="Google Shape;6926;p10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10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10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10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10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10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10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10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10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10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10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10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8" name="Google Shape;6938;p10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9" name="Google Shape;6939;p10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10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10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2" name="Google Shape;6942;p10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3" name="Google Shape;6943;p10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10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10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10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7" name="Google Shape;6947;p10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8" name="Google Shape;6948;p10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9" name="Google Shape;6949;p10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0" name="Google Shape;6950;p10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1" name="Google Shape;6951;p10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2" name="Google Shape;6952;p10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3" name="Google Shape;6953;p10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4" name="Google Shape;6954;p10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5" name="Google Shape;6955;p10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6" name="Google Shape;6956;p10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7" name="Google Shape;6957;p10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8" name="Google Shape;6958;p10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9" name="Google Shape;6959;p10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0" name="Google Shape;6960;p10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1" name="Google Shape;6961;p10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2" name="Google Shape;6962;p10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963" name="Google Shape;6963;p10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10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65" name="Google Shape;6965;p101"/>
          <p:cNvSpPr txBox="1">
            <a:spLocks noGrp="1"/>
          </p:cNvSpPr>
          <p:nvPr>
            <p:ph type="title" hasCustomPrompt="1"/>
          </p:nvPr>
        </p:nvSpPr>
        <p:spPr>
          <a:xfrm>
            <a:off x="1284000" y="1339825"/>
            <a:ext cx="6576000" cy="17163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82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9600"/>
              <a:buNone/>
              <a:defRPr sz="9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66" name="Google Shape;6966;p101"/>
          <p:cNvSpPr txBox="1">
            <a:spLocks noGrp="1"/>
          </p:cNvSpPr>
          <p:nvPr>
            <p:ph type="subTitle" idx="1"/>
          </p:nvPr>
        </p:nvSpPr>
        <p:spPr>
          <a:xfrm>
            <a:off x="1284000" y="30563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69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6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9" name="Google Shape;6969;p10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70" name="Google Shape;6970;p10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71" name="Google Shape;6971;p10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6972" name="Google Shape;6972;p10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6973" name="Google Shape;6973;p10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10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5" name="Google Shape;6975;p10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10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7" name="Google Shape;6977;p10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10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10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10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10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10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10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10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10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10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10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10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10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10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10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10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10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10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10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10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10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10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10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10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10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10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10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10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10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10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10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10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10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10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10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10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10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10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10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6" name="Google Shape;7016;p10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7" name="Google Shape;7017;p10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10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10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10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10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10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10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10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10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10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10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10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10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10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10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10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10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10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35" name="Google Shape;7035;p10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0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37" name="Google Shape;7037;p10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038" name="Google Shape;7038;p103"/>
          <p:cNvSpPr txBox="1">
            <a:spLocks noGrp="1"/>
          </p:cNvSpPr>
          <p:nvPr>
            <p:ph type="subTitle" idx="1"/>
          </p:nvPr>
        </p:nvSpPr>
        <p:spPr>
          <a:xfrm>
            <a:off x="92732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039" name="Google Shape;7039;p103"/>
          <p:cNvSpPr txBox="1">
            <a:spLocks noGrp="1"/>
          </p:cNvSpPr>
          <p:nvPr>
            <p:ph type="subTitle" idx="2"/>
          </p:nvPr>
        </p:nvSpPr>
        <p:spPr>
          <a:xfrm>
            <a:off x="92732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040" name="Google Shape;7040;p103"/>
          <p:cNvSpPr txBox="1">
            <a:spLocks noGrp="1"/>
          </p:cNvSpPr>
          <p:nvPr>
            <p:ph type="title" idx="3" hasCustomPrompt="1"/>
          </p:nvPr>
        </p:nvSpPr>
        <p:spPr>
          <a:xfrm>
            <a:off x="165062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7041" name="Google Shape;7041;p103"/>
          <p:cNvSpPr txBox="1">
            <a:spLocks noGrp="1"/>
          </p:cNvSpPr>
          <p:nvPr>
            <p:ph type="title" idx="4" hasCustomPrompt="1"/>
          </p:nvPr>
        </p:nvSpPr>
        <p:spPr>
          <a:xfrm>
            <a:off x="165062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7042" name="Google Shape;7042;p103"/>
          <p:cNvSpPr txBox="1">
            <a:spLocks noGrp="1"/>
          </p:cNvSpPr>
          <p:nvPr>
            <p:ph type="subTitle" idx="5"/>
          </p:nvPr>
        </p:nvSpPr>
        <p:spPr>
          <a:xfrm>
            <a:off x="92732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043" name="Google Shape;7043;p103"/>
          <p:cNvSpPr txBox="1">
            <a:spLocks noGrp="1"/>
          </p:cNvSpPr>
          <p:nvPr>
            <p:ph type="subTitle" idx="6"/>
          </p:nvPr>
        </p:nvSpPr>
        <p:spPr>
          <a:xfrm>
            <a:off x="92732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044" name="Google Shape;7044;p103"/>
          <p:cNvSpPr txBox="1">
            <a:spLocks noGrp="1"/>
          </p:cNvSpPr>
          <p:nvPr>
            <p:ph type="subTitle" idx="7"/>
          </p:nvPr>
        </p:nvSpPr>
        <p:spPr>
          <a:xfrm>
            <a:off x="3481350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045" name="Google Shape;7045;p103"/>
          <p:cNvSpPr txBox="1">
            <a:spLocks noGrp="1"/>
          </p:cNvSpPr>
          <p:nvPr>
            <p:ph type="subTitle" idx="8"/>
          </p:nvPr>
        </p:nvSpPr>
        <p:spPr>
          <a:xfrm>
            <a:off x="3481350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046" name="Google Shape;7046;p103"/>
          <p:cNvSpPr txBox="1">
            <a:spLocks noGrp="1"/>
          </p:cNvSpPr>
          <p:nvPr>
            <p:ph type="title" idx="9" hasCustomPrompt="1"/>
          </p:nvPr>
        </p:nvSpPr>
        <p:spPr>
          <a:xfrm>
            <a:off x="4204650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7047" name="Google Shape;7047;p103"/>
          <p:cNvSpPr txBox="1">
            <a:spLocks noGrp="1"/>
          </p:cNvSpPr>
          <p:nvPr>
            <p:ph type="title" idx="13" hasCustomPrompt="1"/>
          </p:nvPr>
        </p:nvSpPr>
        <p:spPr>
          <a:xfrm>
            <a:off x="4204650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7048" name="Google Shape;7048;p103"/>
          <p:cNvSpPr txBox="1">
            <a:spLocks noGrp="1"/>
          </p:cNvSpPr>
          <p:nvPr>
            <p:ph type="subTitle" idx="14"/>
          </p:nvPr>
        </p:nvSpPr>
        <p:spPr>
          <a:xfrm>
            <a:off x="3481350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049" name="Google Shape;7049;p103"/>
          <p:cNvSpPr txBox="1">
            <a:spLocks noGrp="1"/>
          </p:cNvSpPr>
          <p:nvPr>
            <p:ph type="subTitle" idx="15"/>
          </p:nvPr>
        </p:nvSpPr>
        <p:spPr>
          <a:xfrm>
            <a:off x="3481350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050" name="Google Shape;7050;p103"/>
          <p:cNvSpPr txBox="1">
            <a:spLocks noGrp="1"/>
          </p:cNvSpPr>
          <p:nvPr>
            <p:ph type="subTitle" idx="16"/>
          </p:nvPr>
        </p:nvSpPr>
        <p:spPr>
          <a:xfrm>
            <a:off x="6035375" y="2285384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051" name="Google Shape;7051;p103"/>
          <p:cNvSpPr txBox="1">
            <a:spLocks noGrp="1"/>
          </p:cNvSpPr>
          <p:nvPr>
            <p:ph type="subTitle" idx="17"/>
          </p:nvPr>
        </p:nvSpPr>
        <p:spPr>
          <a:xfrm>
            <a:off x="6035375" y="4018573"/>
            <a:ext cx="2181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052" name="Google Shape;7052;p103"/>
          <p:cNvSpPr txBox="1">
            <a:spLocks noGrp="1"/>
          </p:cNvSpPr>
          <p:nvPr>
            <p:ph type="title" idx="18" hasCustomPrompt="1"/>
          </p:nvPr>
        </p:nvSpPr>
        <p:spPr>
          <a:xfrm>
            <a:off x="6758675" y="11796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7053" name="Google Shape;7053;p103"/>
          <p:cNvSpPr txBox="1">
            <a:spLocks noGrp="1"/>
          </p:cNvSpPr>
          <p:nvPr>
            <p:ph type="title" idx="19" hasCustomPrompt="1"/>
          </p:nvPr>
        </p:nvSpPr>
        <p:spPr>
          <a:xfrm>
            <a:off x="6758675" y="29122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3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7054" name="Google Shape;7054;p103"/>
          <p:cNvSpPr txBox="1">
            <a:spLocks noGrp="1"/>
          </p:cNvSpPr>
          <p:nvPr>
            <p:ph type="subTitle" idx="20"/>
          </p:nvPr>
        </p:nvSpPr>
        <p:spPr>
          <a:xfrm>
            <a:off x="6035375" y="1627225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055" name="Google Shape;7055;p103"/>
          <p:cNvSpPr txBox="1">
            <a:spLocks noGrp="1"/>
          </p:cNvSpPr>
          <p:nvPr>
            <p:ph type="subTitle" idx="21"/>
          </p:nvPr>
        </p:nvSpPr>
        <p:spPr>
          <a:xfrm>
            <a:off x="6035375" y="3359778"/>
            <a:ext cx="2181300" cy="81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7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7" name="Google Shape;7057;p10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8" name="Google Shape;7058;p10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59" name="Google Shape;7059;p10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060" name="Google Shape;7060;p10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061" name="Google Shape;7061;p10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10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3" name="Google Shape;7063;p10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4" name="Google Shape;7064;p10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5" name="Google Shape;7065;p10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6" name="Google Shape;7066;p10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7" name="Google Shape;7067;p10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8" name="Google Shape;7068;p10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9" name="Google Shape;7069;p10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10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10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10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10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10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10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10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7" name="Google Shape;7077;p10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10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9" name="Google Shape;7079;p10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0" name="Google Shape;7080;p10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1" name="Google Shape;7081;p10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2" name="Google Shape;7082;p10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3" name="Google Shape;7083;p10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4" name="Google Shape;7084;p10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5" name="Google Shape;7085;p10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6" name="Google Shape;7086;p10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7" name="Google Shape;7087;p10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8" name="Google Shape;7088;p10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9" name="Google Shape;7089;p10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0" name="Google Shape;7090;p10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1" name="Google Shape;7091;p10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2" name="Google Shape;7092;p10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3" name="Google Shape;7093;p10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4" name="Google Shape;7094;p10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5" name="Google Shape;7095;p10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10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10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10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10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10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10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10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10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10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10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10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10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10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10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10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10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10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10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10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10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10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10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10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10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10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10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10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23" name="Google Shape;7123;p10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10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25" name="Google Shape;7125;p104"/>
          <p:cNvSpPr txBox="1">
            <a:spLocks noGrp="1"/>
          </p:cNvSpPr>
          <p:nvPr>
            <p:ph type="title"/>
          </p:nvPr>
        </p:nvSpPr>
        <p:spPr>
          <a:xfrm rot="-241977">
            <a:off x="3564552" y="2972102"/>
            <a:ext cx="4743346" cy="66193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7126" name="Google Shape;7126;p104"/>
          <p:cNvSpPr txBox="1">
            <a:spLocks noGrp="1"/>
          </p:cNvSpPr>
          <p:nvPr>
            <p:ph type="subTitle" idx="1"/>
          </p:nvPr>
        </p:nvSpPr>
        <p:spPr>
          <a:xfrm rot="-242007">
            <a:off x="2953358" y="1019707"/>
            <a:ext cx="5258825" cy="1863417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1">
    <p:spTree>
      <p:nvGrpSpPr>
        <p:cNvPr id="1" name="Shape 7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8" name="Google Shape;7128;p10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9" name="Google Shape;7129;p10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30" name="Google Shape;7130;p10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131" name="Google Shape;7131;p10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132" name="Google Shape;7132;p10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10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10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10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10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10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10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10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10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10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10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10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10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10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10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7" name="Google Shape;7147;p10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10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10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10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10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10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10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10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10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10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10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10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9" name="Google Shape;7159;p10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0" name="Google Shape;7160;p10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10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10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10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10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10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10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10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10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10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10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10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2" name="Google Shape;7172;p10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3" name="Google Shape;7173;p10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10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10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10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10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8" name="Google Shape;7178;p10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9" name="Google Shape;7179;p10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0" name="Google Shape;7180;p10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1" name="Google Shape;7181;p10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2" name="Google Shape;7182;p10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3" name="Google Shape;7183;p10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4" name="Google Shape;7184;p10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5" name="Google Shape;7185;p10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6" name="Google Shape;7186;p10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7" name="Google Shape;7187;p10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8" name="Google Shape;7188;p10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9" name="Google Shape;7189;p10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0" name="Google Shape;7190;p10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1" name="Google Shape;7191;p10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2" name="Google Shape;7192;p10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3" name="Google Shape;7193;p10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94" name="Google Shape;7194;p10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0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96" name="Google Shape;7196;p105"/>
          <p:cNvSpPr txBox="1">
            <a:spLocks noGrp="1"/>
          </p:cNvSpPr>
          <p:nvPr>
            <p:ph type="title"/>
          </p:nvPr>
        </p:nvSpPr>
        <p:spPr>
          <a:xfrm>
            <a:off x="720000" y="1692100"/>
            <a:ext cx="4232100" cy="7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7197" name="Google Shape;7197;p105"/>
          <p:cNvSpPr txBox="1">
            <a:spLocks noGrp="1"/>
          </p:cNvSpPr>
          <p:nvPr>
            <p:ph type="body" idx="1"/>
          </p:nvPr>
        </p:nvSpPr>
        <p:spPr>
          <a:xfrm>
            <a:off x="720000" y="2416875"/>
            <a:ext cx="4339200" cy="141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7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9" name="Google Shape;7199;p10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0" name="Google Shape;7200;p106"/>
          <p:cNvSpPr/>
          <p:nvPr/>
        </p:nvSpPr>
        <p:spPr>
          <a:xfrm flipH="1"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01" name="Google Shape;7201;p106"/>
          <p:cNvGrpSpPr/>
          <p:nvPr/>
        </p:nvGrpSpPr>
        <p:grpSpPr>
          <a:xfrm flipH="1"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202" name="Google Shape;7202;p10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203" name="Google Shape;7203;p10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4" name="Google Shape;7204;p10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5" name="Google Shape;7205;p10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6" name="Google Shape;7206;p10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7" name="Google Shape;7207;p10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8" name="Google Shape;7208;p10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9" name="Google Shape;7209;p10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0" name="Google Shape;7210;p10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1" name="Google Shape;7211;p10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2" name="Google Shape;7212;p10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3" name="Google Shape;7213;p10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4" name="Google Shape;7214;p10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5" name="Google Shape;7215;p10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6" name="Google Shape;7216;p10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7" name="Google Shape;7217;p10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8" name="Google Shape;7218;p10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9" name="Google Shape;7219;p10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0" name="Google Shape;7220;p10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1" name="Google Shape;7221;p10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2" name="Google Shape;7222;p10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3" name="Google Shape;7223;p10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4" name="Google Shape;7224;p10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5" name="Google Shape;7225;p10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6" name="Google Shape;7226;p10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7" name="Google Shape;7227;p10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8" name="Google Shape;7228;p10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9" name="Google Shape;7229;p10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0" name="Google Shape;7230;p10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1" name="Google Shape;7231;p10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2" name="Google Shape;7232;p10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3" name="Google Shape;7233;p10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4" name="Google Shape;7234;p10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5" name="Google Shape;7235;p10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6" name="Google Shape;7236;p10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7" name="Google Shape;7237;p10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8" name="Google Shape;7238;p10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9" name="Google Shape;7239;p10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0" name="Google Shape;7240;p10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1" name="Google Shape;7241;p10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2" name="Google Shape;7242;p10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3" name="Google Shape;7243;p10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4" name="Google Shape;7244;p10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5" name="Google Shape;7245;p10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6" name="Google Shape;7246;p10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7" name="Google Shape;7247;p10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8" name="Google Shape;7248;p10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9" name="Google Shape;7249;p10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0" name="Google Shape;7250;p10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1" name="Google Shape;7251;p10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2" name="Google Shape;7252;p10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3" name="Google Shape;7253;p10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4" name="Google Shape;7254;p10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5" name="Google Shape;7255;p10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6" name="Google Shape;7256;p10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7" name="Google Shape;7257;p10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8" name="Google Shape;7258;p10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9" name="Google Shape;7259;p10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0" name="Google Shape;7260;p10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1" name="Google Shape;7261;p10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2" name="Google Shape;7262;p10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3" name="Google Shape;7263;p10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4" name="Google Shape;7264;p10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265" name="Google Shape;7265;p10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0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67" name="Google Shape;7267;p106"/>
          <p:cNvSpPr/>
          <p:nvPr/>
        </p:nvSpPr>
        <p:spPr>
          <a:xfrm rot="-384343" flipH="1">
            <a:off x="2520707" y="970438"/>
            <a:ext cx="3290058" cy="410939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7268" name="Google Shape;7268;p106"/>
          <p:cNvSpPr/>
          <p:nvPr/>
        </p:nvSpPr>
        <p:spPr>
          <a:xfrm rot="-336375">
            <a:off x="947065" y="661989"/>
            <a:ext cx="3982951" cy="3999847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69" name="Google Shape;7269;p106"/>
          <p:cNvSpPr txBox="1">
            <a:spLocks noGrp="1"/>
          </p:cNvSpPr>
          <p:nvPr>
            <p:ph type="title"/>
          </p:nvPr>
        </p:nvSpPr>
        <p:spPr>
          <a:xfrm>
            <a:off x="5729400" y="607575"/>
            <a:ext cx="2701500" cy="229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270" name="Google Shape;7270;p106"/>
          <p:cNvSpPr txBox="1">
            <a:spLocks noGrp="1"/>
          </p:cNvSpPr>
          <p:nvPr>
            <p:ph type="subTitle" idx="1"/>
          </p:nvPr>
        </p:nvSpPr>
        <p:spPr>
          <a:xfrm>
            <a:off x="5729400" y="2903625"/>
            <a:ext cx="2701500" cy="111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271" name="Google Shape;7271;p106"/>
          <p:cNvSpPr>
            <a:spLocks noGrp="1"/>
          </p:cNvSpPr>
          <p:nvPr>
            <p:ph type="pic" idx="2"/>
          </p:nvPr>
        </p:nvSpPr>
        <p:spPr>
          <a:xfrm rot="-336383">
            <a:off x="1054348" y="775147"/>
            <a:ext cx="3758680" cy="378008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7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" name="Google Shape;7273;p10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4" name="Google Shape;7274;p10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75" name="Google Shape;7275;p10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276" name="Google Shape;7276;p10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277" name="Google Shape;7277;p10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8" name="Google Shape;7278;p10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9" name="Google Shape;7279;p10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0" name="Google Shape;7280;p10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1" name="Google Shape;7281;p10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2" name="Google Shape;7282;p10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3" name="Google Shape;7283;p10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4" name="Google Shape;7284;p10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5" name="Google Shape;7285;p10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6" name="Google Shape;7286;p10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7" name="Google Shape;7287;p10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8" name="Google Shape;7288;p10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9" name="Google Shape;7289;p10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0" name="Google Shape;7290;p10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1" name="Google Shape;7291;p10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2" name="Google Shape;7292;p10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3" name="Google Shape;7293;p10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4" name="Google Shape;7294;p10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5" name="Google Shape;7295;p10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6" name="Google Shape;7296;p10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7" name="Google Shape;7297;p10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8" name="Google Shape;7298;p10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9" name="Google Shape;7299;p10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0" name="Google Shape;7300;p10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1" name="Google Shape;7301;p10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2" name="Google Shape;7302;p10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3" name="Google Shape;7303;p10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4" name="Google Shape;7304;p10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5" name="Google Shape;7305;p10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6" name="Google Shape;7306;p10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7" name="Google Shape;7307;p10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8" name="Google Shape;7308;p10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9" name="Google Shape;7309;p10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0" name="Google Shape;7310;p10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1" name="Google Shape;7311;p10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2" name="Google Shape;7312;p10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3" name="Google Shape;7313;p10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4" name="Google Shape;7314;p10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5" name="Google Shape;7315;p10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6" name="Google Shape;7316;p10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7" name="Google Shape;7317;p10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8" name="Google Shape;7318;p10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9" name="Google Shape;7319;p10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0" name="Google Shape;7320;p10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1" name="Google Shape;7321;p10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2" name="Google Shape;7322;p10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3" name="Google Shape;7323;p10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4" name="Google Shape;7324;p10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5" name="Google Shape;7325;p10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6" name="Google Shape;7326;p10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7" name="Google Shape;7327;p10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8" name="Google Shape;7328;p10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9" name="Google Shape;7329;p10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0" name="Google Shape;7330;p10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1" name="Google Shape;7331;p10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2" name="Google Shape;7332;p10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3" name="Google Shape;7333;p10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4" name="Google Shape;7334;p10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5" name="Google Shape;7335;p10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6" name="Google Shape;7336;p10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7" name="Google Shape;7337;p10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8" name="Google Shape;7338;p10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339" name="Google Shape;7339;p10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0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41" name="Google Shape;7341;p107"/>
          <p:cNvSpPr txBox="1">
            <a:spLocks noGrp="1"/>
          </p:cNvSpPr>
          <p:nvPr>
            <p:ph type="title"/>
          </p:nvPr>
        </p:nvSpPr>
        <p:spPr>
          <a:xfrm>
            <a:off x="720000" y="1942350"/>
            <a:ext cx="3597900" cy="10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342" name="Google Shape;7342;p107"/>
          <p:cNvSpPr txBox="1">
            <a:spLocks noGrp="1"/>
          </p:cNvSpPr>
          <p:nvPr>
            <p:ph type="subTitle" idx="1"/>
          </p:nvPr>
        </p:nvSpPr>
        <p:spPr>
          <a:xfrm>
            <a:off x="720000" y="3005550"/>
            <a:ext cx="3597900" cy="8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1">
    <p:spTree>
      <p:nvGrpSpPr>
        <p:cNvPr id="1" name="Shape 7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4" name="Google Shape;7344;p10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45" name="Google Shape;7345;p10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46" name="Google Shape;7346;p10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347" name="Google Shape;7347;p10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348" name="Google Shape;7348;p10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9" name="Google Shape;7349;p10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0" name="Google Shape;7350;p10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1" name="Google Shape;7351;p10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2" name="Google Shape;7352;p10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3" name="Google Shape;7353;p10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4" name="Google Shape;7354;p10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5" name="Google Shape;7355;p10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6" name="Google Shape;7356;p10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7" name="Google Shape;7357;p10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8" name="Google Shape;7358;p10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9" name="Google Shape;7359;p10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0" name="Google Shape;7360;p10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1" name="Google Shape;7361;p10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2" name="Google Shape;7362;p10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3" name="Google Shape;7363;p10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4" name="Google Shape;7364;p10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5" name="Google Shape;7365;p10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6" name="Google Shape;7366;p10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7" name="Google Shape;7367;p10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8" name="Google Shape;7368;p10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9" name="Google Shape;7369;p10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0" name="Google Shape;7370;p10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1" name="Google Shape;7371;p10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2" name="Google Shape;7372;p10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3" name="Google Shape;7373;p10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4" name="Google Shape;7374;p10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5" name="Google Shape;7375;p10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6" name="Google Shape;7376;p10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7" name="Google Shape;7377;p10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8" name="Google Shape;7378;p10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9" name="Google Shape;7379;p10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0" name="Google Shape;7380;p10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1" name="Google Shape;7381;p10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2" name="Google Shape;7382;p10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3" name="Google Shape;7383;p10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4" name="Google Shape;7384;p10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5" name="Google Shape;7385;p10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6" name="Google Shape;7386;p10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7" name="Google Shape;7387;p10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8" name="Google Shape;7388;p10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9" name="Google Shape;7389;p10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0" name="Google Shape;7390;p10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1" name="Google Shape;7391;p10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2" name="Google Shape;7392;p10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3" name="Google Shape;7393;p10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4" name="Google Shape;7394;p10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5" name="Google Shape;7395;p10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6" name="Google Shape;7396;p10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7" name="Google Shape;7397;p10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8" name="Google Shape;7398;p10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9" name="Google Shape;7399;p10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0" name="Google Shape;7400;p10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1" name="Google Shape;7401;p10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2" name="Google Shape;7402;p10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3" name="Google Shape;7403;p10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4" name="Google Shape;7404;p10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5" name="Google Shape;7405;p10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6" name="Google Shape;7406;p10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7" name="Google Shape;7407;p10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8" name="Google Shape;7408;p10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9" name="Google Shape;7409;p10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410" name="Google Shape;7410;p10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0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12" name="Google Shape;7412;p108"/>
          <p:cNvSpPr txBox="1">
            <a:spLocks noGrp="1"/>
          </p:cNvSpPr>
          <p:nvPr>
            <p:ph type="title"/>
          </p:nvPr>
        </p:nvSpPr>
        <p:spPr>
          <a:xfrm>
            <a:off x="4837200" y="1958400"/>
            <a:ext cx="3593400" cy="10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413" name="Google Shape;7413;p108"/>
          <p:cNvSpPr txBox="1">
            <a:spLocks noGrp="1"/>
          </p:cNvSpPr>
          <p:nvPr>
            <p:ph type="subTitle" idx="1"/>
          </p:nvPr>
        </p:nvSpPr>
        <p:spPr>
          <a:xfrm>
            <a:off x="4837371" y="3019200"/>
            <a:ext cx="35934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2">
    <p:spTree>
      <p:nvGrpSpPr>
        <p:cNvPr id="1" name="Shape 7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5" name="Google Shape;7415;p109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16" name="Google Shape;7416;p109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17" name="Google Shape;7417;p109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418" name="Google Shape;7418;p109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419" name="Google Shape;7419;p109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0" name="Google Shape;7420;p109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1" name="Google Shape;7421;p109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2" name="Google Shape;7422;p109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3" name="Google Shape;7423;p109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4" name="Google Shape;7424;p109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5" name="Google Shape;7425;p109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6" name="Google Shape;7426;p109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7" name="Google Shape;7427;p109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8" name="Google Shape;7428;p109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9" name="Google Shape;7429;p109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0" name="Google Shape;7430;p109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1" name="Google Shape;7431;p109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2" name="Google Shape;7432;p109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3" name="Google Shape;7433;p109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4" name="Google Shape;7434;p109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5" name="Google Shape;7435;p109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6" name="Google Shape;7436;p109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7" name="Google Shape;7437;p109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8" name="Google Shape;7438;p109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9" name="Google Shape;7439;p109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0" name="Google Shape;7440;p109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1" name="Google Shape;7441;p109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2" name="Google Shape;7442;p109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3" name="Google Shape;7443;p109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4" name="Google Shape;7444;p109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5" name="Google Shape;7445;p109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6" name="Google Shape;7446;p109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7" name="Google Shape;7447;p109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8" name="Google Shape;7448;p109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9" name="Google Shape;7449;p109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0" name="Google Shape;7450;p109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1" name="Google Shape;7451;p109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2" name="Google Shape;7452;p109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3" name="Google Shape;7453;p109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4" name="Google Shape;7454;p109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5" name="Google Shape;7455;p109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6" name="Google Shape;7456;p109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7" name="Google Shape;7457;p109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8" name="Google Shape;7458;p109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9" name="Google Shape;7459;p109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0" name="Google Shape;7460;p109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1" name="Google Shape;7461;p109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2" name="Google Shape;7462;p109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3" name="Google Shape;7463;p109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4" name="Google Shape;7464;p109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5" name="Google Shape;7465;p109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6" name="Google Shape;7466;p109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7" name="Google Shape;7467;p109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8" name="Google Shape;7468;p109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9" name="Google Shape;7469;p109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0" name="Google Shape;7470;p109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1" name="Google Shape;7471;p109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2" name="Google Shape;7472;p109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3" name="Google Shape;7473;p109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4" name="Google Shape;7474;p109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5" name="Google Shape;7475;p109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6" name="Google Shape;7476;p109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7" name="Google Shape;7477;p109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8" name="Google Shape;7478;p109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9" name="Google Shape;7479;p109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0" name="Google Shape;7480;p109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481" name="Google Shape;7481;p109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09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83" name="Google Shape;7483;p10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484" name="Google Shape;7484;p109"/>
          <p:cNvSpPr txBox="1">
            <a:spLocks noGrp="1"/>
          </p:cNvSpPr>
          <p:nvPr>
            <p:ph type="body" idx="1"/>
          </p:nvPr>
        </p:nvSpPr>
        <p:spPr>
          <a:xfrm>
            <a:off x="720000" y="1291940"/>
            <a:ext cx="7704000" cy="289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 sz="1400"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7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6" name="Google Shape;7486;p110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87" name="Google Shape;7487;p110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88" name="Google Shape;7488;p110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489" name="Google Shape;7489;p110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490" name="Google Shape;7490;p110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1" name="Google Shape;7491;p110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2" name="Google Shape;7492;p110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3" name="Google Shape;7493;p110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4" name="Google Shape;7494;p110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5" name="Google Shape;7495;p110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6" name="Google Shape;7496;p110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7" name="Google Shape;7497;p110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8" name="Google Shape;7498;p110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9" name="Google Shape;7499;p110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0" name="Google Shape;7500;p110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1" name="Google Shape;7501;p110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2" name="Google Shape;7502;p110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3" name="Google Shape;7503;p110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4" name="Google Shape;7504;p110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5" name="Google Shape;7505;p110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6" name="Google Shape;7506;p110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7" name="Google Shape;7507;p110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8" name="Google Shape;7508;p110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9" name="Google Shape;7509;p110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0" name="Google Shape;7510;p110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1" name="Google Shape;7511;p110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2" name="Google Shape;7512;p110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3" name="Google Shape;7513;p110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4" name="Google Shape;7514;p110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5" name="Google Shape;7515;p110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6" name="Google Shape;7516;p110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7" name="Google Shape;7517;p110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8" name="Google Shape;7518;p110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9" name="Google Shape;7519;p110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0" name="Google Shape;7520;p110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1" name="Google Shape;7521;p110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2" name="Google Shape;7522;p110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3" name="Google Shape;7523;p110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4" name="Google Shape;7524;p110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5" name="Google Shape;7525;p110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6" name="Google Shape;7526;p110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7" name="Google Shape;7527;p110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8" name="Google Shape;7528;p110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9" name="Google Shape;7529;p110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0" name="Google Shape;7530;p110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1" name="Google Shape;7531;p110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2" name="Google Shape;7532;p110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3" name="Google Shape;7533;p110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4" name="Google Shape;7534;p110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5" name="Google Shape;7535;p110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6" name="Google Shape;7536;p110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7" name="Google Shape;7537;p110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8" name="Google Shape;7538;p110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9" name="Google Shape;7539;p110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0" name="Google Shape;7540;p110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1" name="Google Shape;7541;p110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2" name="Google Shape;7542;p110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3" name="Google Shape;7543;p110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4" name="Google Shape;7544;p110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5" name="Google Shape;7545;p110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6" name="Google Shape;7546;p110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7" name="Google Shape;7547;p110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8" name="Google Shape;7548;p110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9" name="Google Shape;7549;p110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0" name="Google Shape;7550;p110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1" name="Google Shape;7551;p110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552" name="Google Shape;7552;p110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10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54" name="Google Shape;7554;p11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555" name="Google Shape;7555;p110"/>
          <p:cNvSpPr txBox="1">
            <a:spLocks noGrp="1"/>
          </p:cNvSpPr>
          <p:nvPr>
            <p:ph type="subTitle" idx="1"/>
          </p:nvPr>
        </p:nvSpPr>
        <p:spPr>
          <a:xfrm>
            <a:off x="598675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7556" name="Google Shape;7556;p110"/>
          <p:cNvSpPr txBox="1">
            <a:spLocks noGrp="1"/>
          </p:cNvSpPr>
          <p:nvPr>
            <p:ph type="subTitle" idx="2"/>
          </p:nvPr>
        </p:nvSpPr>
        <p:spPr>
          <a:xfrm>
            <a:off x="720000" y="2980825"/>
            <a:ext cx="2454600" cy="11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7557" name="Google Shape;7557;p110"/>
          <p:cNvSpPr txBox="1">
            <a:spLocks noGrp="1"/>
          </p:cNvSpPr>
          <p:nvPr>
            <p:ph type="subTitle" idx="3"/>
          </p:nvPr>
        </p:nvSpPr>
        <p:spPr>
          <a:xfrm>
            <a:off x="719999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558" name="Google Shape;7558;p110"/>
          <p:cNvSpPr txBox="1">
            <a:spLocks noGrp="1"/>
          </p:cNvSpPr>
          <p:nvPr>
            <p:ph type="subTitle" idx="4"/>
          </p:nvPr>
        </p:nvSpPr>
        <p:spPr>
          <a:xfrm>
            <a:off x="5986751" y="2421925"/>
            <a:ext cx="24546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7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0" name="Google Shape;7560;p111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61" name="Google Shape;7561;p111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62" name="Google Shape;7562;p111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563" name="Google Shape;7563;p111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564" name="Google Shape;7564;p111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5" name="Google Shape;7565;p111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6" name="Google Shape;7566;p111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7" name="Google Shape;7567;p111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8" name="Google Shape;7568;p111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9" name="Google Shape;7569;p111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0" name="Google Shape;7570;p111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1" name="Google Shape;7571;p111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2" name="Google Shape;7572;p111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3" name="Google Shape;7573;p111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4" name="Google Shape;7574;p111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5" name="Google Shape;7575;p111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6" name="Google Shape;7576;p111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7" name="Google Shape;7577;p111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8" name="Google Shape;7578;p111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9" name="Google Shape;7579;p111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0" name="Google Shape;7580;p111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1" name="Google Shape;7581;p111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2" name="Google Shape;7582;p111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3" name="Google Shape;7583;p111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4" name="Google Shape;7584;p111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5" name="Google Shape;7585;p111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6" name="Google Shape;7586;p111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7" name="Google Shape;7587;p111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8" name="Google Shape;7588;p111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9" name="Google Shape;7589;p111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0" name="Google Shape;7590;p111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1" name="Google Shape;7591;p111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2" name="Google Shape;7592;p111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3" name="Google Shape;7593;p111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4" name="Google Shape;7594;p111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5" name="Google Shape;7595;p111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6" name="Google Shape;7596;p111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111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111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111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111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1" name="Google Shape;7601;p111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2" name="Google Shape;7602;p111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3" name="Google Shape;7603;p111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111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5" name="Google Shape;7605;p111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6" name="Google Shape;7606;p111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7" name="Google Shape;7607;p111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8" name="Google Shape;7608;p111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9" name="Google Shape;7609;p111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0" name="Google Shape;7610;p111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1" name="Google Shape;7611;p111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2" name="Google Shape;7612;p111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3" name="Google Shape;7613;p111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4" name="Google Shape;7614;p111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5" name="Google Shape;7615;p111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6" name="Google Shape;7616;p111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7" name="Google Shape;7617;p111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8" name="Google Shape;7618;p111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9" name="Google Shape;7619;p111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0" name="Google Shape;7620;p111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1" name="Google Shape;7621;p111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2" name="Google Shape;7622;p111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3" name="Google Shape;7623;p111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4" name="Google Shape;7624;p111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5" name="Google Shape;7625;p111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626" name="Google Shape;7626;p111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11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28" name="Google Shape;7628;p11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629" name="Google Shape;7629;p111"/>
          <p:cNvSpPr txBox="1">
            <a:spLocks noGrp="1"/>
          </p:cNvSpPr>
          <p:nvPr>
            <p:ph type="subTitle" idx="1"/>
          </p:nvPr>
        </p:nvSpPr>
        <p:spPr>
          <a:xfrm>
            <a:off x="4738074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7630" name="Google Shape;7630;p111"/>
          <p:cNvSpPr txBox="1">
            <a:spLocks noGrp="1"/>
          </p:cNvSpPr>
          <p:nvPr>
            <p:ph type="subTitle" idx="2"/>
          </p:nvPr>
        </p:nvSpPr>
        <p:spPr>
          <a:xfrm>
            <a:off x="1192575" y="1966250"/>
            <a:ext cx="3213000" cy="19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7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2" name="Google Shape;7632;p112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33" name="Google Shape;7633;p112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34" name="Google Shape;7634;p112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635" name="Google Shape;7635;p112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636" name="Google Shape;7636;p112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7" name="Google Shape;7637;p112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8" name="Google Shape;7638;p112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9" name="Google Shape;7639;p112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0" name="Google Shape;7640;p112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1" name="Google Shape;7641;p112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2" name="Google Shape;7642;p112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3" name="Google Shape;7643;p112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4" name="Google Shape;7644;p112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5" name="Google Shape;7645;p112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6" name="Google Shape;7646;p112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7" name="Google Shape;7647;p112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8" name="Google Shape;7648;p112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9" name="Google Shape;7649;p112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0" name="Google Shape;7650;p112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1" name="Google Shape;7651;p112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2" name="Google Shape;7652;p112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3" name="Google Shape;7653;p112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4" name="Google Shape;7654;p112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5" name="Google Shape;7655;p112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6" name="Google Shape;7656;p112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7" name="Google Shape;7657;p112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8" name="Google Shape;7658;p112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9" name="Google Shape;7659;p112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0" name="Google Shape;7660;p112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1" name="Google Shape;7661;p112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2" name="Google Shape;7662;p112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3" name="Google Shape;7663;p112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4" name="Google Shape;7664;p112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5" name="Google Shape;7665;p112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6" name="Google Shape;7666;p112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7" name="Google Shape;7667;p112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8" name="Google Shape;7668;p112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9" name="Google Shape;7669;p112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0" name="Google Shape;7670;p112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1" name="Google Shape;7671;p112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2" name="Google Shape;7672;p112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3" name="Google Shape;7673;p112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4" name="Google Shape;7674;p112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5" name="Google Shape;7675;p112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6" name="Google Shape;7676;p112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7" name="Google Shape;7677;p112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8" name="Google Shape;7678;p112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9" name="Google Shape;7679;p112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0" name="Google Shape;7680;p112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1" name="Google Shape;7681;p112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2" name="Google Shape;7682;p112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3" name="Google Shape;7683;p112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4" name="Google Shape;7684;p112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5" name="Google Shape;7685;p112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6" name="Google Shape;7686;p112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7" name="Google Shape;7687;p112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8" name="Google Shape;7688;p112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9" name="Google Shape;7689;p112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0" name="Google Shape;7690;p112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1" name="Google Shape;7691;p112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2" name="Google Shape;7692;p112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3" name="Google Shape;7693;p112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4" name="Google Shape;7694;p112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5" name="Google Shape;7695;p112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6" name="Google Shape;7696;p112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7" name="Google Shape;7697;p112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698" name="Google Shape;7698;p112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12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00" name="Google Shape;7700;p11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701" name="Google Shape;7701;p112"/>
          <p:cNvSpPr txBox="1">
            <a:spLocks noGrp="1"/>
          </p:cNvSpPr>
          <p:nvPr>
            <p:ph type="subTitle" idx="1"/>
          </p:nvPr>
        </p:nvSpPr>
        <p:spPr>
          <a:xfrm>
            <a:off x="71337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02" name="Google Shape;7702;p112"/>
          <p:cNvSpPr txBox="1">
            <a:spLocks noGrp="1"/>
          </p:cNvSpPr>
          <p:nvPr>
            <p:ph type="subTitle" idx="2"/>
          </p:nvPr>
        </p:nvSpPr>
        <p:spPr>
          <a:xfrm>
            <a:off x="3548400" y="3449601"/>
            <a:ext cx="20472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03" name="Google Shape;7703;p112"/>
          <p:cNvSpPr txBox="1">
            <a:spLocks noGrp="1"/>
          </p:cNvSpPr>
          <p:nvPr>
            <p:ph type="subTitle" idx="3"/>
          </p:nvPr>
        </p:nvSpPr>
        <p:spPr>
          <a:xfrm>
            <a:off x="6488730" y="3449602"/>
            <a:ext cx="19419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04" name="Google Shape;7704;p112"/>
          <p:cNvSpPr txBox="1">
            <a:spLocks noGrp="1"/>
          </p:cNvSpPr>
          <p:nvPr>
            <p:ph type="subTitle" idx="4"/>
          </p:nvPr>
        </p:nvSpPr>
        <p:spPr>
          <a:xfrm>
            <a:off x="713375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705" name="Google Shape;7705;p112"/>
          <p:cNvSpPr txBox="1">
            <a:spLocks noGrp="1"/>
          </p:cNvSpPr>
          <p:nvPr>
            <p:ph type="subTitle" idx="5"/>
          </p:nvPr>
        </p:nvSpPr>
        <p:spPr>
          <a:xfrm>
            <a:off x="3548401" y="2563650"/>
            <a:ext cx="20472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706" name="Google Shape;7706;p112"/>
          <p:cNvSpPr txBox="1">
            <a:spLocks noGrp="1"/>
          </p:cNvSpPr>
          <p:nvPr>
            <p:ph type="subTitle" idx="6"/>
          </p:nvPr>
        </p:nvSpPr>
        <p:spPr>
          <a:xfrm>
            <a:off x="6488728" y="2563650"/>
            <a:ext cx="1941900" cy="88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7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8" name="Google Shape;7708;p113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09" name="Google Shape;7709;p113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10" name="Google Shape;7710;p113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711" name="Google Shape;7711;p113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712" name="Google Shape;7712;p113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3" name="Google Shape;7713;p113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4" name="Google Shape;7714;p113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5" name="Google Shape;7715;p113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6" name="Google Shape;7716;p113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7" name="Google Shape;7717;p113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8" name="Google Shape;7718;p113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9" name="Google Shape;7719;p113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0" name="Google Shape;7720;p113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1" name="Google Shape;7721;p113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2" name="Google Shape;7722;p113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3" name="Google Shape;7723;p113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4" name="Google Shape;7724;p113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5" name="Google Shape;7725;p113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6" name="Google Shape;7726;p113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7" name="Google Shape;7727;p113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8" name="Google Shape;7728;p113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9" name="Google Shape;7729;p113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0" name="Google Shape;7730;p113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1" name="Google Shape;7731;p113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2" name="Google Shape;7732;p113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3" name="Google Shape;7733;p113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4" name="Google Shape;7734;p113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5" name="Google Shape;7735;p113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6" name="Google Shape;7736;p113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7" name="Google Shape;7737;p113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8" name="Google Shape;7738;p113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9" name="Google Shape;7739;p113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0" name="Google Shape;7740;p113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1" name="Google Shape;7741;p113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2" name="Google Shape;7742;p113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3" name="Google Shape;7743;p113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4" name="Google Shape;7744;p113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5" name="Google Shape;7745;p113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6" name="Google Shape;7746;p113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7" name="Google Shape;7747;p113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8" name="Google Shape;7748;p113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9" name="Google Shape;7749;p113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0" name="Google Shape;7750;p113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1" name="Google Shape;7751;p113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2" name="Google Shape;7752;p113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3" name="Google Shape;7753;p113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4" name="Google Shape;7754;p113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5" name="Google Shape;7755;p113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6" name="Google Shape;7756;p113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7" name="Google Shape;7757;p113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8" name="Google Shape;7758;p113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9" name="Google Shape;7759;p113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0" name="Google Shape;7760;p113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1" name="Google Shape;7761;p113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2" name="Google Shape;7762;p113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3" name="Google Shape;7763;p113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4" name="Google Shape;7764;p113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5" name="Google Shape;7765;p113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6" name="Google Shape;7766;p113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7" name="Google Shape;7767;p113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8" name="Google Shape;7768;p113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9" name="Google Shape;7769;p113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0" name="Google Shape;7770;p113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1" name="Google Shape;7771;p113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2" name="Google Shape;7772;p113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3" name="Google Shape;7773;p113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774" name="Google Shape;7774;p113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13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76" name="Google Shape;7776;p1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777" name="Google Shape;7777;p113"/>
          <p:cNvSpPr txBox="1">
            <a:spLocks noGrp="1"/>
          </p:cNvSpPr>
          <p:nvPr>
            <p:ph type="subTitle" idx="1"/>
          </p:nvPr>
        </p:nvSpPr>
        <p:spPr>
          <a:xfrm>
            <a:off x="713226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78" name="Google Shape;7778;p113"/>
          <p:cNvSpPr txBox="1">
            <a:spLocks noGrp="1"/>
          </p:cNvSpPr>
          <p:nvPr>
            <p:ph type="subTitle" idx="2"/>
          </p:nvPr>
        </p:nvSpPr>
        <p:spPr>
          <a:xfrm>
            <a:off x="713226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779" name="Google Shape;7779;p113"/>
          <p:cNvSpPr txBox="1">
            <a:spLocks noGrp="1"/>
          </p:cNvSpPr>
          <p:nvPr>
            <p:ph type="subTitle" idx="3"/>
          </p:nvPr>
        </p:nvSpPr>
        <p:spPr>
          <a:xfrm>
            <a:off x="1399026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80" name="Google Shape;7780;p113"/>
          <p:cNvSpPr txBox="1">
            <a:spLocks noGrp="1"/>
          </p:cNvSpPr>
          <p:nvPr>
            <p:ph type="subTitle" idx="4"/>
          </p:nvPr>
        </p:nvSpPr>
        <p:spPr>
          <a:xfrm>
            <a:off x="1399026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781" name="Google Shape;7781;p113"/>
          <p:cNvSpPr txBox="1">
            <a:spLocks noGrp="1"/>
          </p:cNvSpPr>
          <p:nvPr>
            <p:ph type="subTitle" idx="5"/>
          </p:nvPr>
        </p:nvSpPr>
        <p:spPr>
          <a:xfrm>
            <a:off x="655950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82" name="Google Shape;7782;p113"/>
          <p:cNvSpPr txBox="1">
            <a:spLocks noGrp="1"/>
          </p:cNvSpPr>
          <p:nvPr>
            <p:ph type="subTitle" idx="6"/>
          </p:nvPr>
        </p:nvSpPr>
        <p:spPr>
          <a:xfrm>
            <a:off x="655950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783" name="Google Shape;7783;p113"/>
          <p:cNvSpPr txBox="1">
            <a:spLocks noGrp="1"/>
          </p:cNvSpPr>
          <p:nvPr>
            <p:ph type="subTitle" idx="7"/>
          </p:nvPr>
        </p:nvSpPr>
        <p:spPr>
          <a:xfrm>
            <a:off x="587370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784" name="Google Shape;7784;p113"/>
          <p:cNvSpPr txBox="1">
            <a:spLocks noGrp="1"/>
          </p:cNvSpPr>
          <p:nvPr>
            <p:ph type="subTitle" idx="8"/>
          </p:nvPr>
        </p:nvSpPr>
        <p:spPr>
          <a:xfrm>
            <a:off x="587370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5_1">
    <p:spTree>
      <p:nvGrpSpPr>
        <p:cNvPr id="1" name="Shape 7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6" name="Google Shape;7786;p114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87" name="Google Shape;7787;p114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88" name="Google Shape;7788;p114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789" name="Google Shape;7789;p114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790" name="Google Shape;7790;p114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1" name="Google Shape;7791;p114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2" name="Google Shape;7792;p114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3" name="Google Shape;7793;p114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4" name="Google Shape;7794;p114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5" name="Google Shape;7795;p114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6" name="Google Shape;7796;p114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7" name="Google Shape;7797;p114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8" name="Google Shape;7798;p114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9" name="Google Shape;7799;p114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0" name="Google Shape;7800;p114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1" name="Google Shape;7801;p114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2" name="Google Shape;7802;p114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3" name="Google Shape;7803;p114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4" name="Google Shape;7804;p114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5" name="Google Shape;7805;p114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6" name="Google Shape;7806;p114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7" name="Google Shape;7807;p114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8" name="Google Shape;7808;p114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9" name="Google Shape;7809;p114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0" name="Google Shape;7810;p114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1" name="Google Shape;7811;p114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2" name="Google Shape;7812;p114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3" name="Google Shape;7813;p114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4" name="Google Shape;7814;p114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5" name="Google Shape;7815;p114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6" name="Google Shape;7816;p114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7" name="Google Shape;7817;p114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8" name="Google Shape;7818;p114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9" name="Google Shape;7819;p114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0" name="Google Shape;7820;p114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1" name="Google Shape;7821;p114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2" name="Google Shape;7822;p114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3" name="Google Shape;7823;p114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4" name="Google Shape;7824;p114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5" name="Google Shape;7825;p114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6" name="Google Shape;7826;p114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7" name="Google Shape;7827;p114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8" name="Google Shape;7828;p114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9" name="Google Shape;7829;p114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0" name="Google Shape;7830;p114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1" name="Google Shape;7831;p114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2" name="Google Shape;7832;p114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3" name="Google Shape;7833;p114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4" name="Google Shape;7834;p114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5" name="Google Shape;7835;p114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6" name="Google Shape;7836;p114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7" name="Google Shape;7837;p114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8" name="Google Shape;7838;p114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9" name="Google Shape;7839;p114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0" name="Google Shape;7840;p114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1" name="Google Shape;7841;p114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2" name="Google Shape;7842;p114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3" name="Google Shape;7843;p114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4" name="Google Shape;7844;p114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5" name="Google Shape;7845;p114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6" name="Google Shape;7846;p114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7" name="Google Shape;7847;p114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8" name="Google Shape;7848;p114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9" name="Google Shape;7849;p114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0" name="Google Shape;7850;p114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1" name="Google Shape;7851;p114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852" name="Google Shape;7852;p114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14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54" name="Google Shape;7854;p1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855" name="Google Shape;7855;p114"/>
          <p:cNvSpPr txBox="1">
            <a:spLocks noGrp="1"/>
          </p:cNvSpPr>
          <p:nvPr>
            <p:ph type="subTitle" idx="1"/>
          </p:nvPr>
        </p:nvSpPr>
        <p:spPr>
          <a:xfrm>
            <a:off x="7045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856" name="Google Shape;7856;p114"/>
          <p:cNvSpPr txBox="1">
            <a:spLocks noGrp="1"/>
          </p:cNvSpPr>
          <p:nvPr>
            <p:ph type="subTitle" idx="2"/>
          </p:nvPr>
        </p:nvSpPr>
        <p:spPr>
          <a:xfrm>
            <a:off x="7045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857" name="Google Shape;7857;p114"/>
          <p:cNvSpPr txBox="1">
            <a:spLocks noGrp="1"/>
          </p:cNvSpPr>
          <p:nvPr>
            <p:ph type="subTitle" idx="3"/>
          </p:nvPr>
        </p:nvSpPr>
        <p:spPr>
          <a:xfrm>
            <a:off x="1456151" y="39386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858" name="Google Shape;7858;p114"/>
          <p:cNvSpPr txBox="1">
            <a:spLocks noGrp="1"/>
          </p:cNvSpPr>
          <p:nvPr>
            <p:ph type="subTitle" idx="4"/>
          </p:nvPr>
        </p:nvSpPr>
        <p:spPr>
          <a:xfrm>
            <a:off x="1456151" y="35854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859" name="Google Shape;7859;p114"/>
          <p:cNvSpPr txBox="1">
            <a:spLocks noGrp="1"/>
          </p:cNvSpPr>
          <p:nvPr>
            <p:ph type="subTitle" idx="5"/>
          </p:nvPr>
        </p:nvSpPr>
        <p:spPr>
          <a:xfrm>
            <a:off x="65749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860" name="Google Shape;7860;p114"/>
          <p:cNvSpPr txBox="1">
            <a:spLocks noGrp="1"/>
          </p:cNvSpPr>
          <p:nvPr>
            <p:ph type="subTitle" idx="6"/>
          </p:nvPr>
        </p:nvSpPr>
        <p:spPr>
          <a:xfrm>
            <a:off x="65749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861" name="Google Shape;7861;p114"/>
          <p:cNvSpPr txBox="1">
            <a:spLocks noGrp="1"/>
          </p:cNvSpPr>
          <p:nvPr>
            <p:ph type="subTitle" idx="7"/>
          </p:nvPr>
        </p:nvSpPr>
        <p:spPr>
          <a:xfrm>
            <a:off x="5787350" y="3938600"/>
            <a:ext cx="1936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862" name="Google Shape;7862;p114"/>
          <p:cNvSpPr txBox="1">
            <a:spLocks noGrp="1"/>
          </p:cNvSpPr>
          <p:nvPr>
            <p:ph type="subTitle" idx="8"/>
          </p:nvPr>
        </p:nvSpPr>
        <p:spPr>
          <a:xfrm>
            <a:off x="5787350" y="3585400"/>
            <a:ext cx="1936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863" name="Google Shape;7863;p114"/>
          <p:cNvSpPr txBox="1">
            <a:spLocks noGrp="1"/>
          </p:cNvSpPr>
          <p:nvPr>
            <p:ph type="subTitle" idx="9"/>
          </p:nvPr>
        </p:nvSpPr>
        <p:spPr>
          <a:xfrm>
            <a:off x="3639751" y="2147700"/>
            <a:ext cx="18645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864" name="Google Shape;7864;p114"/>
          <p:cNvSpPr txBox="1">
            <a:spLocks noGrp="1"/>
          </p:cNvSpPr>
          <p:nvPr>
            <p:ph type="subTitle" idx="13"/>
          </p:nvPr>
        </p:nvSpPr>
        <p:spPr>
          <a:xfrm>
            <a:off x="3639751" y="1794500"/>
            <a:ext cx="18645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accent5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7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6" name="Google Shape;7866;p115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67" name="Google Shape;7867;p115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868" name="Google Shape;7868;p115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869" name="Google Shape;7869;p115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870" name="Google Shape;7870;p115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1" name="Google Shape;7871;p115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2" name="Google Shape;7872;p115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3" name="Google Shape;7873;p115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4" name="Google Shape;7874;p115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5" name="Google Shape;7875;p115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6" name="Google Shape;7876;p115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7" name="Google Shape;7877;p115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8" name="Google Shape;7878;p115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9" name="Google Shape;7879;p115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0" name="Google Shape;7880;p115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1" name="Google Shape;7881;p115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2" name="Google Shape;7882;p115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3" name="Google Shape;7883;p115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4" name="Google Shape;7884;p115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5" name="Google Shape;7885;p115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6" name="Google Shape;7886;p115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7" name="Google Shape;7887;p115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8" name="Google Shape;7888;p115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9" name="Google Shape;7889;p115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0" name="Google Shape;7890;p115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1" name="Google Shape;7891;p115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2" name="Google Shape;7892;p115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3" name="Google Shape;7893;p115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4" name="Google Shape;7894;p115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5" name="Google Shape;7895;p115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6" name="Google Shape;7896;p115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7" name="Google Shape;7897;p115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8" name="Google Shape;7898;p115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9" name="Google Shape;7899;p115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0" name="Google Shape;7900;p115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1" name="Google Shape;7901;p115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2" name="Google Shape;7902;p115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3" name="Google Shape;7903;p115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4" name="Google Shape;7904;p115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5" name="Google Shape;7905;p115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6" name="Google Shape;7906;p115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7" name="Google Shape;7907;p115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8" name="Google Shape;7908;p115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9" name="Google Shape;7909;p115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0" name="Google Shape;7910;p115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1" name="Google Shape;7911;p115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2" name="Google Shape;7912;p115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3" name="Google Shape;7913;p115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4" name="Google Shape;7914;p115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5" name="Google Shape;7915;p115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6" name="Google Shape;7916;p115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7" name="Google Shape;7917;p115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8" name="Google Shape;7918;p115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9" name="Google Shape;7919;p115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0" name="Google Shape;7920;p115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1" name="Google Shape;7921;p115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2" name="Google Shape;7922;p115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3" name="Google Shape;7923;p115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4" name="Google Shape;7924;p115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5" name="Google Shape;7925;p115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6" name="Google Shape;7926;p115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7" name="Google Shape;7927;p115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8" name="Google Shape;7928;p115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9" name="Google Shape;7929;p115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0" name="Google Shape;7930;p115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1" name="Google Shape;7931;p115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932" name="Google Shape;7932;p115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15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34" name="Google Shape;7934;p1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935" name="Google Shape;7935;p115"/>
          <p:cNvSpPr txBox="1">
            <a:spLocks noGrp="1"/>
          </p:cNvSpPr>
          <p:nvPr>
            <p:ph type="subTitle" idx="1"/>
          </p:nvPr>
        </p:nvSpPr>
        <p:spPr>
          <a:xfrm>
            <a:off x="948588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936" name="Google Shape;7936;p115"/>
          <p:cNvSpPr txBox="1">
            <a:spLocks noGrp="1"/>
          </p:cNvSpPr>
          <p:nvPr>
            <p:ph type="subTitle" idx="2"/>
          </p:nvPr>
        </p:nvSpPr>
        <p:spPr>
          <a:xfrm>
            <a:off x="3630450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937" name="Google Shape;7937;p115"/>
          <p:cNvSpPr txBox="1">
            <a:spLocks noGrp="1"/>
          </p:cNvSpPr>
          <p:nvPr>
            <p:ph type="subTitle" idx="3"/>
          </p:nvPr>
        </p:nvSpPr>
        <p:spPr>
          <a:xfrm>
            <a:off x="948588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938" name="Google Shape;7938;p115"/>
          <p:cNvSpPr txBox="1">
            <a:spLocks noGrp="1"/>
          </p:cNvSpPr>
          <p:nvPr>
            <p:ph type="subTitle" idx="4"/>
          </p:nvPr>
        </p:nvSpPr>
        <p:spPr>
          <a:xfrm>
            <a:off x="3630450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939" name="Google Shape;7939;p115"/>
          <p:cNvSpPr txBox="1">
            <a:spLocks noGrp="1"/>
          </p:cNvSpPr>
          <p:nvPr>
            <p:ph type="subTitle" idx="5"/>
          </p:nvPr>
        </p:nvSpPr>
        <p:spPr>
          <a:xfrm>
            <a:off x="6312297" y="2157376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940" name="Google Shape;7940;p115"/>
          <p:cNvSpPr txBox="1">
            <a:spLocks noGrp="1"/>
          </p:cNvSpPr>
          <p:nvPr>
            <p:ph type="subTitle" idx="6"/>
          </p:nvPr>
        </p:nvSpPr>
        <p:spPr>
          <a:xfrm>
            <a:off x="6312297" y="3968600"/>
            <a:ext cx="18831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7941" name="Google Shape;7941;p115"/>
          <p:cNvSpPr txBox="1">
            <a:spLocks noGrp="1"/>
          </p:cNvSpPr>
          <p:nvPr>
            <p:ph type="subTitle" idx="7"/>
          </p:nvPr>
        </p:nvSpPr>
        <p:spPr>
          <a:xfrm>
            <a:off x="952198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942" name="Google Shape;7942;p115"/>
          <p:cNvSpPr txBox="1">
            <a:spLocks noGrp="1"/>
          </p:cNvSpPr>
          <p:nvPr>
            <p:ph type="subTitle" idx="8"/>
          </p:nvPr>
        </p:nvSpPr>
        <p:spPr>
          <a:xfrm>
            <a:off x="3634061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943" name="Google Shape;7943;p115"/>
          <p:cNvSpPr txBox="1">
            <a:spLocks noGrp="1"/>
          </p:cNvSpPr>
          <p:nvPr>
            <p:ph type="subTitle" idx="9"/>
          </p:nvPr>
        </p:nvSpPr>
        <p:spPr>
          <a:xfrm>
            <a:off x="6315907" y="18376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944" name="Google Shape;7944;p115"/>
          <p:cNvSpPr txBox="1">
            <a:spLocks noGrp="1"/>
          </p:cNvSpPr>
          <p:nvPr>
            <p:ph type="subTitle" idx="13"/>
          </p:nvPr>
        </p:nvSpPr>
        <p:spPr>
          <a:xfrm>
            <a:off x="952198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945" name="Google Shape;7945;p115"/>
          <p:cNvSpPr txBox="1">
            <a:spLocks noGrp="1"/>
          </p:cNvSpPr>
          <p:nvPr>
            <p:ph type="subTitle" idx="14"/>
          </p:nvPr>
        </p:nvSpPr>
        <p:spPr>
          <a:xfrm>
            <a:off x="3634061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946" name="Google Shape;7946;p115"/>
          <p:cNvSpPr txBox="1">
            <a:spLocks noGrp="1"/>
          </p:cNvSpPr>
          <p:nvPr>
            <p:ph type="subTitle" idx="15"/>
          </p:nvPr>
        </p:nvSpPr>
        <p:spPr>
          <a:xfrm>
            <a:off x="6315907" y="3648850"/>
            <a:ext cx="1875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7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8" name="Google Shape;7948;p116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49" name="Google Shape;7949;p116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50" name="Google Shape;7950;p116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7951" name="Google Shape;7951;p116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7952" name="Google Shape;7952;p116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3" name="Google Shape;7953;p116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4" name="Google Shape;7954;p116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5" name="Google Shape;7955;p116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6" name="Google Shape;7956;p116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7" name="Google Shape;7957;p116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8" name="Google Shape;7958;p116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9" name="Google Shape;7959;p116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0" name="Google Shape;7960;p116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1" name="Google Shape;7961;p116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2" name="Google Shape;7962;p116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3" name="Google Shape;7963;p116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4" name="Google Shape;7964;p116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5" name="Google Shape;7965;p116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6" name="Google Shape;7966;p116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7" name="Google Shape;7967;p116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8" name="Google Shape;7968;p116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9" name="Google Shape;7969;p116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0" name="Google Shape;7970;p116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1" name="Google Shape;7971;p116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2" name="Google Shape;7972;p116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3" name="Google Shape;7973;p116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4" name="Google Shape;7974;p116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5" name="Google Shape;7975;p116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6" name="Google Shape;7976;p116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7" name="Google Shape;7977;p116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8" name="Google Shape;7978;p116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9" name="Google Shape;7979;p116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0" name="Google Shape;7980;p116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1" name="Google Shape;7981;p116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2" name="Google Shape;7982;p116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3" name="Google Shape;7983;p116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4" name="Google Shape;7984;p116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5" name="Google Shape;7985;p116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6" name="Google Shape;7986;p116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7" name="Google Shape;7987;p116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8" name="Google Shape;7988;p116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9" name="Google Shape;7989;p116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0" name="Google Shape;7990;p116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1" name="Google Shape;7991;p116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2" name="Google Shape;7992;p116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3" name="Google Shape;7993;p116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4" name="Google Shape;7994;p116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5" name="Google Shape;7995;p116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6" name="Google Shape;7996;p116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7" name="Google Shape;7997;p116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8" name="Google Shape;7998;p116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9" name="Google Shape;7999;p116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0" name="Google Shape;8000;p116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1" name="Google Shape;8001;p116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116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116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4" name="Google Shape;8004;p116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5" name="Google Shape;8005;p116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116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116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116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116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0" name="Google Shape;8010;p116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1" name="Google Shape;8011;p116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2" name="Google Shape;8012;p116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3" name="Google Shape;8013;p116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014" name="Google Shape;8014;p116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16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16" name="Google Shape;8016;p116"/>
          <p:cNvSpPr txBox="1">
            <a:spLocks noGrp="1"/>
          </p:cNvSpPr>
          <p:nvPr>
            <p:ph type="title" hasCustomPrompt="1"/>
          </p:nvPr>
        </p:nvSpPr>
        <p:spPr>
          <a:xfrm rot="-189770">
            <a:off x="713214" y="964857"/>
            <a:ext cx="3365727" cy="59881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017" name="Google Shape;8017;p116"/>
          <p:cNvSpPr txBox="1">
            <a:spLocks noGrp="1"/>
          </p:cNvSpPr>
          <p:nvPr>
            <p:ph type="subTitle" idx="1"/>
          </p:nvPr>
        </p:nvSpPr>
        <p:spPr>
          <a:xfrm>
            <a:off x="4188175" y="9649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8018" name="Google Shape;8018;p116"/>
          <p:cNvSpPr txBox="1">
            <a:spLocks noGrp="1"/>
          </p:cNvSpPr>
          <p:nvPr>
            <p:ph type="title" idx="2" hasCustomPrompt="1"/>
          </p:nvPr>
        </p:nvSpPr>
        <p:spPr>
          <a:xfrm rot="202042">
            <a:off x="713256" y="1924501"/>
            <a:ext cx="3365811" cy="598929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019" name="Google Shape;8019;p116"/>
          <p:cNvSpPr txBox="1">
            <a:spLocks noGrp="1"/>
          </p:cNvSpPr>
          <p:nvPr>
            <p:ph type="subTitle" idx="3"/>
          </p:nvPr>
        </p:nvSpPr>
        <p:spPr>
          <a:xfrm>
            <a:off x="4188175" y="19244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8020" name="Google Shape;8020;p116"/>
          <p:cNvSpPr txBox="1">
            <a:spLocks noGrp="1"/>
          </p:cNvSpPr>
          <p:nvPr>
            <p:ph type="title" idx="4" hasCustomPrompt="1"/>
          </p:nvPr>
        </p:nvSpPr>
        <p:spPr>
          <a:xfrm rot="-159396">
            <a:off x="713296" y="2884033"/>
            <a:ext cx="3365717" cy="59885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4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021" name="Google Shape;8021;p116"/>
          <p:cNvSpPr txBox="1">
            <a:spLocks noGrp="1"/>
          </p:cNvSpPr>
          <p:nvPr>
            <p:ph type="subTitle" idx="5"/>
          </p:nvPr>
        </p:nvSpPr>
        <p:spPr>
          <a:xfrm>
            <a:off x="4188175" y="288402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8022" name="Google Shape;8022;p116"/>
          <p:cNvSpPr txBox="1">
            <a:spLocks noGrp="1"/>
          </p:cNvSpPr>
          <p:nvPr>
            <p:ph type="title" idx="6" hasCustomPrompt="1"/>
          </p:nvPr>
        </p:nvSpPr>
        <p:spPr>
          <a:xfrm>
            <a:off x="713202" y="3843657"/>
            <a:ext cx="3365700" cy="598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45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6000"/>
              <a:buNone/>
              <a:defRPr sz="60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023" name="Google Shape;8023;p116"/>
          <p:cNvSpPr txBox="1">
            <a:spLocks noGrp="1"/>
          </p:cNvSpPr>
          <p:nvPr>
            <p:ph type="subTitle" idx="7"/>
          </p:nvPr>
        </p:nvSpPr>
        <p:spPr>
          <a:xfrm>
            <a:off x="4188175" y="3843575"/>
            <a:ext cx="42426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8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5" name="Google Shape;8025;p117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26" name="Google Shape;8026;p117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27" name="Google Shape;8027;p117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8028" name="Google Shape;8028;p117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8029" name="Google Shape;8029;p117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0" name="Google Shape;8030;p117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1" name="Google Shape;8031;p117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117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117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117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117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117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117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117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9" name="Google Shape;8039;p117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0" name="Google Shape;8040;p117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1" name="Google Shape;8041;p117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2" name="Google Shape;8042;p117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3" name="Google Shape;8043;p117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4" name="Google Shape;8044;p117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5" name="Google Shape;8045;p117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117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117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117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9" name="Google Shape;8049;p117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0" name="Google Shape;8050;p117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1" name="Google Shape;8051;p117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2" name="Google Shape;8052;p117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3" name="Google Shape;8053;p117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4" name="Google Shape;8054;p117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5" name="Google Shape;8055;p117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6" name="Google Shape;8056;p117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7" name="Google Shape;8057;p117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8" name="Google Shape;8058;p117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9" name="Google Shape;8059;p117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0" name="Google Shape;8060;p117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1" name="Google Shape;8061;p117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2" name="Google Shape;8062;p117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3" name="Google Shape;8063;p117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4" name="Google Shape;8064;p117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5" name="Google Shape;8065;p117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6" name="Google Shape;8066;p117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7" name="Google Shape;8067;p117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8" name="Google Shape;8068;p117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9" name="Google Shape;8069;p117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0" name="Google Shape;8070;p117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1" name="Google Shape;8071;p117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2" name="Google Shape;8072;p117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3" name="Google Shape;8073;p117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4" name="Google Shape;8074;p117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5" name="Google Shape;8075;p117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6" name="Google Shape;8076;p117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7" name="Google Shape;8077;p117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8" name="Google Shape;8078;p117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9" name="Google Shape;8079;p117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117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117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2" name="Google Shape;8082;p117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3" name="Google Shape;8083;p117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117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117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117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117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117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117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117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091" name="Google Shape;8091;p117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17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3" name="Google Shape;8093;p117"/>
          <p:cNvSpPr txBox="1">
            <a:spLocks noGrp="1"/>
          </p:cNvSpPr>
          <p:nvPr>
            <p:ph type="subTitle" idx="1"/>
          </p:nvPr>
        </p:nvSpPr>
        <p:spPr>
          <a:xfrm>
            <a:off x="78942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8094" name="Google Shape;8094;p117"/>
          <p:cNvSpPr txBox="1">
            <a:spLocks noGrp="1"/>
          </p:cNvSpPr>
          <p:nvPr>
            <p:ph type="subTitle" idx="2"/>
          </p:nvPr>
        </p:nvSpPr>
        <p:spPr>
          <a:xfrm>
            <a:off x="78942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095" name="Google Shape;8095;p1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096" name="Google Shape;8096;p117"/>
          <p:cNvSpPr txBox="1">
            <a:spLocks noGrp="1"/>
          </p:cNvSpPr>
          <p:nvPr>
            <p:ph type="title" idx="3" hasCustomPrompt="1"/>
          </p:nvPr>
        </p:nvSpPr>
        <p:spPr>
          <a:xfrm>
            <a:off x="132252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097" name="Google Shape;8097;p117"/>
          <p:cNvSpPr txBox="1">
            <a:spLocks noGrp="1"/>
          </p:cNvSpPr>
          <p:nvPr>
            <p:ph type="subTitle" idx="4"/>
          </p:nvPr>
        </p:nvSpPr>
        <p:spPr>
          <a:xfrm>
            <a:off x="3485400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8098" name="Google Shape;8098;p117"/>
          <p:cNvSpPr txBox="1">
            <a:spLocks noGrp="1"/>
          </p:cNvSpPr>
          <p:nvPr>
            <p:ph type="subTitle" idx="5"/>
          </p:nvPr>
        </p:nvSpPr>
        <p:spPr>
          <a:xfrm>
            <a:off x="3485400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099" name="Google Shape;8099;p117"/>
          <p:cNvSpPr txBox="1">
            <a:spLocks noGrp="1"/>
          </p:cNvSpPr>
          <p:nvPr>
            <p:ph type="title" idx="6" hasCustomPrompt="1"/>
          </p:nvPr>
        </p:nvSpPr>
        <p:spPr>
          <a:xfrm>
            <a:off x="4018500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100" name="Google Shape;8100;p117"/>
          <p:cNvSpPr txBox="1">
            <a:spLocks noGrp="1"/>
          </p:cNvSpPr>
          <p:nvPr>
            <p:ph type="subTitle" idx="7"/>
          </p:nvPr>
        </p:nvSpPr>
        <p:spPr>
          <a:xfrm>
            <a:off x="6181375" y="36291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T Sans"/>
              <a:buNone/>
              <a:defRPr sz="14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8101" name="Google Shape;8101;p117"/>
          <p:cNvSpPr txBox="1">
            <a:spLocks noGrp="1"/>
          </p:cNvSpPr>
          <p:nvPr>
            <p:ph type="subTitle" idx="8"/>
          </p:nvPr>
        </p:nvSpPr>
        <p:spPr>
          <a:xfrm>
            <a:off x="6181375" y="3290100"/>
            <a:ext cx="2173200" cy="43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000">
                <a:solidFill>
                  <a:schemeClr val="dk1"/>
                </a:solidFill>
                <a:latin typeface="Manrope ExtraBold"/>
                <a:ea typeface="Manrope ExtraBold"/>
                <a:cs typeface="Manrope ExtraBold"/>
                <a:sym typeface="Manrope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Font typeface="Londrina Solid"/>
              <a:buNone/>
              <a:defRPr sz="2400">
                <a:solidFill>
                  <a:schemeClr val="accent5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8102" name="Google Shape;8102;p117"/>
          <p:cNvSpPr txBox="1">
            <a:spLocks noGrp="1"/>
          </p:cNvSpPr>
          <p:nvPr>
            <p:ph type="title" idx="9" hasCustomPrompt="1"/>
          </p:nvPr>
        </p:nvSpPr>
        <p:spPr>
          <a:xfrm>
            <a:off x="6714475" y="2790275"/>
            <a:ext cx="1107000" cy="406800"/>
          </a:xfrm>
          <a:prstGeom prst="rect">
            <a:avLst/>
          </a:prstGeom>
          <a:solidFill>
            <a:schemeClr val="lt1"/>
          </a:solidFill>
          <a:effectLst>
            <a:outerShdw blurRad="57150" dist="19050" dir="5400000" algn="bl" rotWithShape="0">
              <a:schemeClr val="dk2">
                <a:alpha val="8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8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4" name="Google Shape;8104;p118"/>
          <p:cNvSpPr/>
          <p:nvPr/>
        </p:nvSpPr>
        <p:spPr>
          <a:xfrm>
            <a:off x="65100" y="0"/>
            <a:ext cx="9013484" cy="44698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5" name="Google Shape;8105;p118"/>
          <p:cNvSpPr/>
          <p:nvPr/>
        </p:nvSpPr>
        <p:spPr>
          <a:xfrm>
            <a:off x="65100" y="344350"/>
            <a:ext cx="9013800" cy="4751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06" name="Google Shape;8106;p118"/>
          <p:cNvGrpSpPr/>
          <p:nvPr/>
        </p:nvGrpSpPr>
        <p:grpSpPr>
          <a:xfrm>
            <a:off x="276962" y="295260"/>
            <a:ext cx="8590075" cy="4751140"/>
            <a:chOff x="361308" y="295260"/>
            <a:chExt cx="8590075" cy="4751140"/>
          </a:xfrm>
        </p:grpSpPr>
        <p:grpSp>
          <p:nvGrpSpPr>
            <p:cNvPr id="8107" name="Google Shape;8107;p118"/>
            <p:cNvGrpSpPr/>
            <p:nvPr/>
          </p:nvGrpSpPr>
          <p:grpSpPr>
            <a:xfrm>
              <a:off x="361308" y="295260"/>
              <a:ext cx="8590059" cy="4751140"/>
              <a:chOff x="-189550" y="-257125"/>
              <a:chExt cx="10188660" cy="5635322"/>
            </a:xfrm>
          </p:grpSpPr>
          <p:sp>
            <p:nvSpPr>
              <p:cNvPr id="8108" name="Google Shape;8108;p118"/>
              <p:cNvSpPr/>
              <p:nvPr/>
            </p:nvSpPr>
            <p:spPr>
              <a:xfrm>
                <a:off x="4277215" y="-257092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9" name="Google Shape;8109;p118"/>
              <p:cNvSpPr/>
              <p:nvPr/>
            </p:nvSpPr>
            <p:spPr>
              <a:xfrm>
                <a:off x="451802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0" name="Google Shape;8110;p118"/>
              <p:cNvSpPr/>
              <p:nvPr/>
            </p:nvSpPr>
            <p:spPr>
              <a:xfrm>
                <a:off x="476668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1" name="Google Shape;8111;p118"/>
              <p:cNvSpPr/>
              <p:nvPr/>
            </p:nvSpPr>
            <p:spPr>
              <a:xfrm>
                <a:off x="501534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2" name="Google Shape;8112;p118"/>
              <p:cNvSpPr/>
              <p:nvPr/>
            </p:nvSpPr>
            <p:spPr>
              <a:xfrm>
                <a:off x="5263485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3" name="Google Shape;8113;p118"/>
              <p:cNvSpPr/>
              <p:nvPr/>
            </p:nvSpPr>
            <p:spPr>
              <a:xfrm>
                <a:off x="5512149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4" name="Google Shape;8114;p118"/>
              <p:cNvSpPr/>
              <p:nvPr/>
            </p:nvSpPr>
            <p:spPr>
              <a:xfrm>
                <a:off x="576081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5" name="Google Shape;8115;p118"/>
              <p:cNvSpPr/>
              <p:nvPr/>
            </p:nvSpPr>
            <p:spPr>
              <a:xfrm>
                <a:off x="600947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6" name="Google Shape;8116;p118"/>
              <p:cNvSpPr/>
              <p:nvPr/>
            </p:nvSpPr>
            <p:spPr>
              <a:xfrm>
                <a:off x="625814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7" name="Google Shape;8117;p118"/>
              <p:cNvSpPr/>
              <p:nvPr/>
            </p:nvSpPr>
            <p:spPr>
              <a:xfrm>
                <a:off x="6506277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8" name="Google Shape;8118;p118"/>
              <p:cNvSpPr/>
              <p:nvPr/>
            </p:nvSpPr>
            <p:spPr>
              <a:xfrm>
                <a:off x="6754941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9" name="Google Shape;8119;p118"/>
              <p:cNvSpPr/>
              <p:nvPr/>
            </p:nvSpPr>
            <p:spPr>
              <a:xfrm>
                <a:off x="700360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0" name="Google Shape;8120;p118"/>
              <p:cNvSpPr/>
              <p:nvPr/>
            </p:nvSpPr>
            <p:spPr>
              <a:xfrm>
                <a:off x="725226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1" name="Google Shape;8121;p118"/>
              <p:cNvSpPr/>
              <p:nvPr/>
            </p:nvSpPr>
            <p:spPr>
              <a:xfrm>
                <a:off x="75009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2" name="Google Shape;8122;p118"/>
              <p:cNvSpPr/>
              <p:nvPr/>
            </p:nvSpPr>
            <p:spPr>
              <a:xfrm>
                <a:off x="77495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3" name="Google Shape;8123;p118"/>
              <p:cNvSpPr/>
              <p:nvPr/>
            </p:nvSpPr>
            <p:spPr>
              <a:xfrm>
                <a:off x="7997733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4" name="Google Shape;8124;p118"/>
              <p:cNvSpPr/>
              <p:nvPr/>
            </p:nvSpPr>
            <p:spPr>
              <a:xfrm>
                <a:off x="8246397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5" name="Google Shape;8125;p118"/>
              <p:cNvSpPr/>
              <p:nvPr/>
            </p:nvSpPr>
            <p:spPr>
              <a:xfrm>
                <a:off x="8495061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6" name="Google Shape;8126;p118"/>
              <p:cNvSpPr/>
              <p:nvPr/>
            </p:nvSpPr>
            <p:spPr>
              <a:xfrm>
                <a:off x="899233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7" name="Google Shape;8127;p118"/>
              <p:cNvSpPr/>
              <p:nvPr/>
            </p:nvSpPr>
            <p:spPr>
              <a:xfrm>
                <a:off x="924100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8" name="Google Shape;8128;p118"/>
              <p:cNvSpPr/>
              <p:nvPr/>
            </p:nvSpPr>
            <p:spPr>
              <a:xfrm>
                <a:off x="9489189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9" name="Google Shape;8129;p118"/>
              <p:cNvSpPr/>
              <p:nvPr/>
            </p:nvSpPr>
            <p:spPr>
              <a:xfrm>
                <a:off x="-186891" y="3636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0" name="Google Shape;8130;p118"/>
              <p:cNvSpPr/>
              <p:nvPr/>
            </p:nvSpPr>
            <p:spPr>
              <a:xfrm>
                <a:off x="-186891" y="28502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1" name="Google Shape;8131;p118"/>
              <p:cNvSpPr/>
              <p:nvPr/>
            </p:nvSpPr>
            <p:spPr>
              <a:xfrm>
                <a:off x="-186891" y="53369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2" name="Google Shape;8132;p118"/>
              <p:cNvSpPr/>
              <p:nvPr/>
            </p:nvSpPr>
            <p:spPr>
              <a:xfrm>
                <a:off x="-186891" y="7823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3" name="Google Shape;8133;p118"/>
              <p:cNvSpPr/>
              <p:nvPr/>
            </p:nvSpPr>
            <p:spPr>
              <a:xfrm>
                <a:off x="-186891" y="1030492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4" name="Google Shape;8134;p118"/>
              <p:cNvSpPr/>
              <p:nvPr/>
            </p:nvSpPr>
            <p:spPr>
              <a:xfrm>
                <a:off x="-186891" y="1279156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5" name="Google Shape;8135;p118"/>
              <p:cNvSpPr/>
              <p:nvPr/>
            </p:nvSpPr>
            <p:spPr>
              <a:xfrm>
                <a:off x="-186891" y="1527820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118"/>
              <p:cNvSpPr/>
              <p:nvPr/>
            </p:nvSpPr>
            <p:spPr>
              <a:xfrm>
                <a:off x="-186891" y="1776485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118"/>
              <p:cNvSpPr/>
              <p:nvPr/>
            </p:nvSpPr>
            <p:spPr>
              <a:xfrm>
                <a:off x="-186891" y="20251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118"/>
              <p:cNvSpPr/>
              <p:nvPr/>
            </p:nvSpPr>
            <p:spPr>
              <a:xfrm>
                <a:off x="-186891" y="2273813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118"/>
              <p:cNvSpPr/>
              <p:nvPr/>
            </p:nvSpPr>
            <p:spPr>
              <a:xfrm>
                <a:off x="-186891" y="2521949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118"/>
              <p:cNvSpPr/>
              <p:nvPr/>
            </p:nvSpPr>
            <p:spPr>
              <a:xfrm>
                <a:off x="-186891" y="2770614"/>
                <a:ext cx="10186001" cy="2586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118"/>
              <p:cNvSpPr/>
              <p:nvPr/>
            </p:nvSpPr>
            <p:spPr>
              <a:xfrm>
                <a:off x="-186891" y="3019225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118"/>
              <p:cNvSpPr/>
              <p:nvPr/>
            </p:nvSpPr>
            <p:spPr>
              <a:xfrm>
                <a:off x="-186891" y="3267889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118"/>
              <p:cNvSpPr/>
              <p:nvPr/>
            </p:nvSpPr>
            <p:spPr>
              <a:xfrm>
                <a:off x="-186891" y="35165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118"/>
              <p:cNvSpPr/>
              <p:nvPr/>
            </p:nvSpPr>
            <p:spPr>
              <a:xfrm>
                <a:off x="-186891" y="37652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118"/>
              <p:cNvSpPr/>
              <p:nvPr/>
            </p:nvSpPr>
            <p:spPr>
              <a:xfrm>
                <a:off x="-186891" y="4013354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50"/>
                    </a:lnTo>
                    <a:lnTo>
                      <a:pt x="146519" y="50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118"/>
              <p:cNvSpPr/>
              <p:nvPr/>
            </p:nvSpPr>
            <p:spPr>
              <a:xfrm>
                <a:off x="-186891" y="4262018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7" name="Google Shape;8147;p118"/>
              <p:cNvSpPr/>
              <p:nvPr/>
            </p:nvSpPr>
            <p:spPr>
              <a:xfrm>
                <a:off x="-186891" y="4510683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8" name="Google Shape;8148;p118"/>
              <p:cNvSpPr/>
              <p:nvPr/>
            </p:nvSpPr>
            <p:spPr>
              <a:xfrm>
                <a:off x="-186891" y="47593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118"/>
              <p:cNvSpPr/>
              <p:nvPr/>
            </p:nvSpPr>
            <p:spPr>
              <a:xfrm>
                <a:off x="-186891" y="5008011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118"/>
              <p:cNvSpPr/>
              <p:nvPr/>
            </p:nvSpPr>
            <p:spPr>
              <a:xfrm>
                <a:off x="-186891" y="5256147"/>
                <a:ext cx="10186001" cy="2639"/>
              </a:xfrm>
              <a:custGeom>
                <a:avLst/>
                <a:gdLst/>
                <a:ahLst/>
                <a:cxnLst/>
                <a:rect l="l" t="t" r="r" b="b"/>
                <a:pathLst>
                  <a:path w="146519" h="50" extrusionOk="0">
                    <a:moveTo>
                      <a:pt x="0" y="1"/>
                    </a:moveTo>
                    <a:lnTo>
                      <a:pt x="0" y="49"/>
                    </a:lnTo>
                    <a:lnTo>
                      <a:pt x="146519" y="49"/>
                    </a:lnTo>
                    <a:lnTo>
                      <a:pt x="146519" y="1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118"/>
              <p:cNvSpPr/>
              <p:nvPr/>
            </p:nvSpPr>
            <p:spPr>
              <a:xfrm>
                <a:off x="-18955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118"/>
              <p:cNvSpPr/>
              <p:nvPr/>
            </p:nvSpPr>
            <p:spPr>
              <a:xfrm>
                <a:off x="5911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118"/>
              <p:cNvSpPr/>
              <p:nvPr/>
            </p:nvSpPr>
            <p:spPr>
              <a:xfrm>
                <a:off x="307778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118"/>
              <p:cNvSpPr/>
              <p:nvPr/>
            </p:nvSpPr>
            <p:spPr>
              <a:xfrm>
                <a:off x="55644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118"/>
              <p:cNvSpPr/>
              <p:nvPr/>
            </p:nvSpPr>
            <p:spPr>
              <a:xfrm>
                <a:off x="8051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118"/>
              <p:cNvSpPr/>
              <p:nvPr/>
            </p:nvSpPr>
            <p:spPr>
              <a:xfrm>
                <a:off x="10537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118"/>
              <p:cNvSpPr/>
              <p:nvPr/>
            </p:nvSpPr>
            <p:spPr>
              <a:xfrm>
                <a:off x="130190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118"/>
              <p:cNvSpPr/>
              <p:nvPr/>
            </p:nvSpPr>
            <p:spPr>
              <a:xfrm>
                <a:off x="1550570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118"/>
              <p:cNvSpPr/>
              <p:nvPr/>
            </p:nvSpPr>
            <p:spPr>
              <a:xfrm>
                <a:off x="1799234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0" name="Google Shape;8160;p118"/>
              <p:cNvSpPr/>
              <p:nvPr/>
            </p:nvSpPr>
            <p:spPr>
              <a:xfrm>
                <a:off x="2047898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1" name="Google Shape;8161;p118"/>
              <p:cNvSpPr/>
              <p:nvPr/>
            </p:nvSpPr>
            <p:spPr>
              <a:xfrm>
                <a:off x="2296562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118"/>
              <p:cNvSpPr/>
              <p:nvPr/>
            </p:nvSpPr>
            <p:spPr>
              <a:xfrm>
                <a:off x="25452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118"/>
              <p:cNvSpPr/>
              <p:nvPr/>
            </p:nvSpPr>
            <p:spPr>
              <a:xfrm>
                <a:off x="279336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118"/>
              <p:cNvSpPr/>
              <p:nvPr/>
            </p:nvSpPr>
            <p:spPr>
              <a:xfrm>
                <a:off x="3042026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118"/>
              <p:cNvSpPr/>
              <p:nvPr/>
            </p:nvSpPr>
            <p:spPr>
              <a:xfrm>
                <a:off x="3290690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118"/>
              <p:cNvSpPr/>
              <p:nvPr/>
            </p:nvSpPr>
            <p:spPr>
              <a:xfrm>
                <a:off x="3539354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118"/>
              <p:cNvSpPr/>
              <p:nvPr/>
            </p:nvSpPr>
            <p:spPr>
              <a:xfrm>
                <a:off x="3787966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118"/>
              <p:cNvSpPr/>
              <p:nvPr/>
            </p:nvSpPr>
            <p:spPr>
              <a:xfrm>
                <a:off x="4036155" y="-257125"/>
                <a:ext cx="2586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118"/>
              <p:cNvSpPr/>
              <p:nvPr/>
            </p:nvSpPr>
            <p:spPr>
              <a:xfrm>
                <a:off x="8743672" y="-257125"/>
                <a:ext cx="2639" cy="563529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7095" extrusionOk="0">
                    <a:moveTo>
                      <a:pt x="1" y="0"/>
                    </a:moveTo>
                    <a:lnTo>
                      <a:pt x="1" y="137094"/>
                    </a:lnTo>
                    <a:lnTo>
                      <a:pt x="50" y="13709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170" name="Google Shape;8170;p118"/>
            <p:cNvSpPr/>
            <p:nvPr/>
          </p:nvSpPr>
          <p:spPr>
            <a:xfrm>
              <a:off x="873065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18"/>
            <p:cNvSpPr/>
            <p:nvPr/>
          </p:nvSpPr>
          <p:spPr>
            <a:xfrm>
              <a:off x="8949203" y="295260"/>
              <a:ext cx="2180" cy="4751027"/>
            </a:xfrm>
            <a:custGeom>
              <a:avLst/>
              <a:gdLst/>
              <a:ahLst/>
              <a:cxnLst/>
              <a:rect l="l" t="t" r="r" b="b"/>
              <a:pathLst>
                <a:path w="49" h="137095" extrusionOk="0">
                  <a:moveTo>
                    <a:pt x="0" y="0"/>
                  </a:moveTo>
                  <a:lnTo>
                    <a:pt x="0" y="137094"/>
                  </a:lnTo>
                  <a:lnTo>
                    <a:pt x="49" y="13709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72" name="Google Shape;8172;p118"/>
          <p:cNvSpPr txBox="1">
            <a:spLocks noGrp="1"/>
          </p:cNvSpPr>
          <p:nvPr>
            <p:ph type="title"/>
          </p:nvPr>
        </p:nvSpPr>
        <p:spPr>
          <a:xfrm rot="232">
            <a:off x="713225" y="598497"/>
            <a:ext cx="4448100" cy="105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8500"/>
              <a:buNone/>
              <a:defRPr sz="8500">
                <a:solidFill>
                  <a:schemeClr val="accent5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173" name="Google Shape;8173;p118"/>
          <p:cNvSpPr txBox="1">
            <a:spLocks noGrp="1"/>
          </p:cNvSpPr>
          <p:nvPr>
            <p:ph type="subTitle" idx="1"/>
          </p:nvPr>
        </p:nvSpPr>
        <p:spPr>
          <a:xfrm>
            <a:off x="713225" y="1657350"/>
            <a:ext cx="4448100" cy="124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174" name="Google Shape;8174;p118"/>
          <p:cNvSpPr txBox="1"/>
          <p:nvPr/>
        </p:nvSpPr>
        <p:spPr>
          <a:xfrm>
            <a:off x="713225" y="404780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CREDITS: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This presentation template was created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includes icons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, and infographics &amp; images by </a:t>
            </a:r>
            <a:r>
              <a:rPr lang="en" sz="1200" b="1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</a:t>
            </a:r>
            <a:endParaRPr sz="1200" b="1" u="sng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8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6" name="Google Shape;8176;p119"/>
          <p:cNvSpPr/>
          <p:nvPr/>
        </p:nvSpPr>
        <p:spPr>
          <a:xfrm rot="-5400000">
            <a:off x="-2378866" y="2461240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7" name="Google Shape;8177;p119"/>
          <p:cNvSpPr/>
          <p:nvPr/>
        </p:nvSpPr>
        <p:spPr>
          <a:xfrm>
            <a:off x="2540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78" name="Google Shape;8178;p119"/>
          <p:cNvGrpSpPr/>
          <p:nvPr/>
        </p:nvGrpSpPr>
        <p:grpSpPr>
          <a:xfrm>
            <a:off x="321104" y="185277"/>
            <a:ext cx="8690579" cy="4806729"/>
            <a:chOff x="321104" y="185277"/>
            <a:chExt cx="8690579" cy="4806729"/>
          </a:xfrm>
        </p:grpSpPr>
        <p:grpSp>
          <p:nvGrpSpPr>
            <p:cNvPr id="8179" name="Google Shape;8179;p119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8180" name="Google Shape;8180;p119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8181" name="Google Shape;8181;p119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2" name="Google Shape;8182;p119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3" name="Google Shape;8183;p119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4" name="Google Shape;8184;p119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5" name="Google Shape;8185;p119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6" name="Google Shape;8186;p119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7" name="Google Shape;8187;p119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8" name="Google Shape;8188;p119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89" name="Google Shape;8189;p119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0" name="Google Shape;8190;p119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1" name="Google Shape;8191;p119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2" name="Google Shape;8192;p119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3" name="Google Shape;8193;p119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4" name="Google Shape;8194;p119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5" name="Google Shape;8195;p119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6" name="Google Shape;8196;p119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7" name="Google Shape;8197;p119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8" name="Google Shape;8198;p119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99" name="Google Shape;8199;p119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0" name="Google Shape;8200;p119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1" name="Google Shape;8201;p119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2" name="Google Shape;8202;p119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3" name="Google Shape;8203;p119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4" name="Google Shape;8204;p119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5" name="Google Shape;8205;p119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6" name="Google Shape;8206;p119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7" name="Google Shape;8207;p119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8" name="Google Shape;8208;p119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09" name="Google Shape;8209;p119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0" name="Google Shape;8210;p119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1" name="Google Shape;8211;p119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2" name="Google Shape;8212;p119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3" name="Google Shape;8213;p119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4" name="Google Shape;8214;p119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5" name="Google Shape;8215;p119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6" name="Google Shape;8216;p119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7" name="Google Shape;8217;p119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8" name="Google Shape;8218;p119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19" name="Google Shape;8219;p119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0" name="Google Shape;8220;p119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1" name="Google Shape;8221;p119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2" name="Google Shape;8222;p119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3" name="Google Shape;8223;p119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4" name="Google Shape;8224;p119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5" name="Google Shape;8225;p119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6" name="Google Shape;8226;p119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7" name="Google Shape;8227;p119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8" name="Google Shape;8228;p119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29" name="Google Shape;8229;p119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0" name="Google Shape;8230;p119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1" name="Google Shape;8231;p119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2" name="Google Shape;8232;p119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3" name="Google Shape;8233;p119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4" name="Google Shape;8234;p119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5" name="Google Shape;8235;p119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6" name="Google Shape;8236;p119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7" name="Google Shape;8237;p119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8" name="Google Shape;8238;p119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39" name="Google Shape;8239;p119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40" name="Google Shape;8240;p119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41" name="Google Shape;8241;p119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42" name="Google Shape;8242;p119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8243" name="Google Shape;8243;p119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4" name="Google Shape;8244;p119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245" name="Google Shape;8245;p119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8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7" name="Google Shape;8247;p120"/>
          <p:cNvSpPr/>
          <p:nvPr/>
        </p:nvSpPr>
        <p:spPr>
          <a:xfrm rot="5400000">
            <a:off x="6478539" y="2462065"/>
            <a:ext cx="5011726" cy="253995"/>
          </a:xfrm>
          <a:custGeom>
            <a:avLst/>
            <a:gdLst/>
            <a:ahLst/>
            <a:cxnLst/>
            <a:rect l="l" t="t" r="r" b="b"/>
            <a:pathLst>
              <a:path w="282311" h="14000" extrusionOk="0">
                <a:moveTo>
                  <a:pt x="26218" y="0"/>
                </a:moveTo>
                <a:lnTo>
                  <a:pt x="24317" y="1619"/>
                </a:lnTo>
                <a:lnTo>
                  <a:pt x="26926" y="3358"/>
                </a:lnTo>
                <a:lnTo>
                  <a:pt x="26137" y="3743"/>
                </a:lnTo>
                <a:lnTo>
                  <a:pt x="25773" y="4673"/>
                </a:lnTo>
                <a:lnTo>
                  <a:pt x="26926" y="5725"/>
                </a:lnTo>
                <a:lnTo>
                  <a:pt x="26926" y="6049"/>
                </a:lnTo>
                <a:cubicBezTo>
                  <a:pt x="27655" y="6332"/>
                  <a:pt x="28160" y="7040"/>
                  <a:pt x="28160" y="7849"/>
                </a:cubicBezTo>
                <a:cubicBezTo>
                  <a:pt x="28160" y="8942"/>
                  <a:pt x="27270" y="9832"/>
                  <a:pt x="26178" y="9832"/>
                </a:cubicBezTo>
                <a:cubicBezTo>
                  <a:pt x="25106" y="9832"/>
                  <a:pt x="24215" y="8942"/>
                  <a:pt x="24215" y="7849"/>
                </a:cubicBezTo>
                <a:cubicBezTo>
                  <a:pt x="24215" y="7121"/>
                  <a:pt x="24620" y="6494"/>
                  <a:pt x="25227" y="6150"/>
                </a:cubicBezTo>
                <a:lnTo>
                  <a:pt x="24741" y="6069"/>
                </a:lnTo>
                <a:lnTo>
                  <a:pt x="24782" y="5725"/>
                </a:lnTo>
                <a:lnTo>
                  <a:pt x="25490" y="5725"/>
                </a:lnTo>
                <a:lnTo>
                  <a:pt x="25490" y="5037"/>
                </a:lnTo>
                <a:lnTo>
                  <a:pt x="22698" y="2853"/>
                </a:lnTo>
                <a:lnTo>
                  <a:pt x="19401" y="2853"/>
                </a:lnTo>
                <a:lnTo>
                  <a:pt x="19016" y="3116"/>
                </a:lnTo>
                <a:lnTo>
                  <a:pt x="19482" y="4046"/>
                </a:lnTo>
                <a:lnTo>
                  <a:pt x="19482" y="4936"/>
                </a:lnTo>
                <a:lnTo>
                  <a:pt x="19016" y="5563"/>
                </a:lnTo>
                <a:lnTo>
                  <a:pt x="19016" y="5867"/>
                </a:lnTo>
                <a:lnTo>
                  <a:pt x="19077" y="5887"/>
                </a:lnTo>
                <a:lnTo>
                  <a:pt x="19097" y="5887"/>
                </a:lnTo>
                <a:cubicBezTo>
                  <a:pt x="20169" y="5887"/>
                  <a:pt x="21060" y="6777"/>
                  <a:pt x="21060" y="7849"/>
                </a:cubicBezTo>
                <a:cubicBezTo>
                  <a:pt x="21060" y="8942"/>
                  <a:pt x="20169" y="9832"/>
                  <a:pt x="19097" y="9832"/>
                </a:cubicBezTo>
                <a:cubicBezTo>
                  <a:pt x="18005" y="9832"/>
                  <a:pt x="17115" y="8942"/>
                  <a:pt x="17115" y="7849"/>
                </a:cubicBezTo>
                <a:cubicBezTo>
                  <a:pt x="17115" y="7364"/>
                  <a:pt x="17317" y="6899"/>
                  <a:pt x="17620" y="6555"/>
                </a:cubicBezTo>
                <a:lnTo>
                  <a:pt x="17620" y="6555"/>
                </a:lnTo>
                <a:lnTo>
                  <a:pt x="17560" y="6575"/>
                </a:lnTo>
                <a:lnTo>
                  <a:pt x="17641" y="6534"/>
                </a:lnTo>
                <a:cubicBezTo>
                  <a:pt x="17802" y="6373"/>
                  <a:pt x="17964" y="6231"/>
                  <a:pt x="18167" y="6130"/>
                </a:cubicBezTo>
                <a:lnTo>
                  <a:pt x="17802" y="5361"/>
                </a:lnTo>
                <a:lnTo>
                  <a:pt x="17054" y="5219"/>
                </a:lnTo>
                <a:lnTo>
                  <a:pt x="17054" y="3338"/>
                </a:lnTo>
                <a:lnTo>
                  <a:pt x="16467" y="2853"/>
                </a:lnTo>
                <a:lnTo>
                  <a:pt x="13777" y="2853"/>
                </a:lnTo>
                <a:lnTo>
                  <a:pt x="13777" y="4107"/>
                </a:lnTo>
                <a:lnTo>
                  <a:pt x="12988" y="4107"/>
                </a:lnTo>
                <a:lnTo>
                  <a:pt x="12988" y="4633"/>
                </a:lnTo>
                <a:lnTo>
                  <a:pt x="13372" y="5139"/>
                </a:lnTo>
                <a:lnTo>
                  <a:pt x="12806" y="6130"/>
                </a:lnTo>
                <a:cubicBezTo>
                  <a:pt x="13493" y="6433"/>
                  <a:pt x="13959" y="7121"/>
                  <a:pt x="13959" y="7910"/>
                </a:cubicBezTo>
                <a:cubicBezTo>
                  <a:pt x="13959" y="9002"/>
                  <a:pt x="13089" y="9893"/>
                  <a:pt x="11996" y="9893"/>
                </a:cubicBezTo>
                <a:cubicBezTo>
                  <a:pt x="10904" y="9893"/>
                  <a:pt x="10034" y="9002"/>
                  <a:pt x="10034" y="7910"/>
                </a:cubicBezTo>
                <a:cubicBezTo>
                  <a:pt x="10034" y="6979"/>
                  <a:pt x="10681" y="6211"/>
                  <a:pt x="11531" y="6008"/>
                </a:cubicBezTo>
                <a:lnTo>
                  <a:pt x="11025" y="5179"/>
                </a:lnTo>
                <a:lnTo>
                  <a:pt x="11572" y="3925"/>
                </a:lnTo>
                <a:lnTo>
                  <a:pt x="11531" y="2853"/>
                </a:lnTo>
                <a:lnTo>
                  <a:pt x="10924" y="1902"/>
                </a:lnTo>
                <a:lnTo>
                  <a:pt x="9104" y="2327"/>
                </a:lnTo>
                <a:lnTo>
                  <a:pt x="9913" y="2853"/>
                </a:lnTo>
                <a:lnTo>
                  <a:pt x="5300" y="2853"/>
                </a:lnTo>
                <a:lnTo>
                  <a:pt x="4835" y="3176"/>
                </a:lnTo>
                <a:lnTo>
                  <a:pt x="5300" y="4107"/>
                </a:lnTo>
                <a:lnTo>
                  <a:pt x="5300" y="4997"/>
                </a:lnTo>
                <a:lnTo>
                  <a:pt x="4835" y="5624"/>
                </a:lnTo>
                <a:lnTo>
                  <a:pt x="4835" y="5928"/>
                </a:lnTo>
                <a:lnTo>
                  <a:pt x="4896" y="5948"/>
                </a:lnTo>
                <a:cubicBezTo>
                  <a:pt x="5988" y="5948"/>
                  <a:pt x="6858" y="6838"/>
                  <a:pt x="6858" y="7910"/>
                </a:cubicBezTo>
                <a:cubicBezTo>
                  <a:pt x="6858" y="9002"/>
                  <a:pt x="5988" y="9893"/>
                  <a:pt x="4896" y="9893"/>
                </a:cubicBezTo>
                <a:cubicBezTo>
                  <a:pt x="3803" y="9893"/>
                  <a:pt x="2933" y="9002"/>
                  <a:pt x="2933" y="7910"/>
                </a:cubicBezTo>
                <a:cubicBezTo>
                  <a:pt x="2933" y="7425"/>
                  <a:pt x="3115" y="6959"/>
                  <a:pt x="3439" y="6615"/>
                </a:cubicBezTo>
                <a:lnTo>
                  <a:pt x="3378" y="6615"/>
                </a:lnTo>
                <a:lnTo>
                  <a:pt x="3459" y="6595"/>
                </a:lnTo>
                <a:cubicBezTo>
                  <a:pt x="3601" y="6433"/>
                  <a:pt x="3783" y="6292"/>
                  <a:pt x="3985" y="6191"/>
                </a:cubicBezTo>
                <a:lnTo>
                  <a:pt x="3621" y="5402"/>
                </a:lnTo>
                <a:lnTo>
                  <a:pt x="2873" y="5280"/>
                </a:lnTo>
                <a:lnTo>
                  <a:pt x="2873" y="3399"/>
                </a:lnTo>
                <a:lnTo>
                  <a:pt x="1679" y="1801"/>
                </a:lnTo>
                <a:lnTo>
                  <a:pt x="1153" y="2853"/>
                </a:lnTo>
                <a:lnTo>
                  <a:pt x="0" y="2853"/>
                </a:lnTo>
                <a:lnTo>
                  <a:pt x="0" y="13999"/>
                </a:lnTo>
                <a:lnTo>
                  <a:pt x="282311" y="13999"/>
                </a:lnTo>
                <a:lnTo>
                  <a:pt x="282311" y="2853"/>
                </a:lnTo>
                <a:lnTo>
                  <a:pt x="278103" y="2853"/>
                </a:lnTo>
                <a:lnTo>
                  <a:pt x="277193" y="749"/>
                </a:lnTo>
                <a:lnTo>
                  <a:pt x="276525" y="2428"/>
                </a:lnTo>
                <a:lnTo>
                  <a:pt x="278265" y="4896"/>
                </a:lnTo>
                <a:lnTo>
                  <a:pt x="277779" y="5826"/>
                </a:lnTo>
                <a:lnTo>
                  <a:pt x="277840" y="5847"/>
                </a:lnTo>
                <a:lnTo>
                  <a:pt x="277860" y="5847"/>
                </a:lnTo>
                <a:cubicBezTo>
                  <a:pt x="278002" y="5847"/>
                  <a:pt x="278123" y="5867"/>
                  <a:pt x="278265" y="5887"/>
                </a:cubicBezTo>
                <a:cubicBezTo>
                  <a:pt x="278326" y="5907"/>
                  <a:pt x="278386" y="5907"/>
                  <a:pt x="278447" y="5928"/>
                </a:cubicBezTo>
                <a:cubicBezTo>
                  <a:pt x="278568" y="5968"/>
                  <a:pt x="278690" y="6029"/>
                  <a:pt x="278791" y="6089"/>
                </a:cubicBezTo>
                <a:cubicBezTo>
                  <a:pt x="279418" y="6413"/>
                  <a:pt x="279823" y="7060"/>
                  <a:pt x="279823" y="7809"/>
                </a:cubicBezTo>
                <a:cubicBezTo>
                  <a:pt x="279823" y="8557"/>
                  <a:pt x="279418" y="9205"/>
                  <a:pt x="278791" y="9549"/>
                </a:cubicBezTo>
                <a:cubicBezTo>
                  <a:pt x="278690" y="9609"/>
                  <a:pt x="278568" y="9650"/>
                  <a:pt x="278447" y="9690"/>
                </a:cubicBezTo>
                <a:cubicBezTo>
                  <a:pt x="278386" y="9710"/>
                  <a:pt x="278326" y="9731"/>
                  <a:pt x="278265" y="9731"/>
                </a:cubicBezTo>
                <a:cubicBezTo>
                  <a:pt x="278123" y="9771"/>
                  <a:pt x="278002" y="9771"/>
                  <a:pt x="277860" y="9771"/>
                </a:cubicBezTo>
                <a:cubicBezTo>
                  <a:pt x="277658" y="9771"/>
                  <a:pt x="277456" y="9751"/>
                  <a:pt x="277274" y="9690"/>
                </a:cubicBezTo>
                <a:cubicBezTo>
                  <a:pt x="276485" y="9447"/>
                  <a:pt x="275898" y="8699"/>
                  <a:pt x="275898" y="7809"/>
                </a:cubicBezTo>
                <a:cubicBezTo>
                  <a:pt x="275898" y="7688"/>
                  <a:pt x="275898" y="7566"/>
                  <a:pt x="275938" y="7445"/>
                </a:cubicBezTo>
                <a:cubicBezTo>
                  <a:pt x="275999" y="7101"/>
                  <a:pt x="276161" y="6777"/>
                  <a:pt x="276383" y="6514"/>
                </a:cubicBezTo>
                <a:lnTo>
                  <a:pt x="276343" y="6514"/>
                </a:lnTo>
                <a:lnTo>
                  <a:pt x="276424" y="6494"/>
                </a:lnTo>
                <a:cubicBezTo>
                  <a:pt x="276485" y="6413"/>
                  <a:pt x="276566" y="6332"/>
                  <a:pt x="276667" y="6271"/>
                </a:cubicBezTo>
                <a:cubicBezTo>
                  <a:pt x="276748" y="6191"/>
                  <a:pt x="276849" y="6130"/>
                  <a:pt x="276930" y="6089"/>
                </a:cubicBezTo>
                <a:lnTo>
                  <a:pt x="276566" y="5300"/>
                </a:lnTo>
                <a:lnTo>
                  <a:pt x="275837" y="5159"/>
                </a:lnTo>
                <a:lnTo>
                  <a:pt x="275837" y="3298"/>
                </a:lnTo>
                <a:lnTo>
                  <a:pt x="275291" y="2853"/>
                </a:lnTo>
                <a:lnTo>
                  <a:pt x="272540" y="2853"/>
                </a:lnTo>
                <a:lnTo>
                  <a:pt x="272540" y="4006"/>
                </a:lnTo>
                <a:lnTo>
                  <a:pt x="271751" y="4006"/>
                </a:lnTo>
                <a:lnTo>
                  <a:pt x="271751" y="4511"/>
                </a:lnTo>
                <a:lnTo>
                  <a:pt x="272155" y="5037"/>
                </a:lnTo>
                <a:lnTo>
                  <a:pt x="271751" y="5442"/>
                </a:lnTo>
                <a:lnTo>
                  <a:pt x="272742" y="5847"/>
                </a:lnTo>
                <a:lnTo>
                  <a:pt x="271589" y="6029"/>
                </a:lnTo>
                <a:cubicBezTo>
                  <a:pt x="271751" y="6110"/>
                  <a:pt x="271913" y="6211"/>
                  <a:pt x="272054" y="6332"/>
                </a:cubicBezTo>
                <a:cubicBezTo>
                  <a:pt x="272459" y="6676"/>
                  <a:pt x="272742" y="7222"/>
                  <a:pt x="272742" y="7809"/>
                </a:cubicBezTo>
                <a:cubicBezTo>
                  <a:pt x="272742" y="8760"/>
                  <a:pt x="272054" y="9549"/>
                  <a:pt x="271164" y="9731"/>
                </a:cubicBezTo>
                <a:cubicBezTo>
                  <a:pt x="271043" y="9771"/>
                  <a:pt x="270901" y="9771"/>
                  <a:pt x="270760" y="9771"/>
                </a:cubicBezTo>
                <a:lnTo>
                  <a:pt x="270557" y="9771"/>
                </a:lnTo>
                <a:cubicBezTo>
                  <a:pt x="269910" y="9710"/>
                  <a:pt x="269343" y="9306"/>
                  <a:pt x="269040" y="8760"/>
                </a:cubicBezTo>
                <a:cubicBezTo>
                  <a:pt x="268878" y="8476"/>
                  <a:pt x="268797" y="8153"/>
                  <a:pt x="268797" y="7809"/>
                </a:cubicBezTo>
                <a:cubicBezTo>
                  <a:pt x="268797" y="7121"/>
                  <a:pt x="269161" y="6514"/>
                  <a:pt x="269708" y="6150"/>
                </a:cubicBezTo>
                <a:cubicBezTo>
                  <a:pt x="269890" y="6049"/>
                  <a:pt x="270092" y="5948"/>
                  <a:pt x="270314" y="5907"/>
                </a:cubicBezTo>
                <a:lnTo>
                  <a:pt x="269788" y="5078"/>
                </a:lnTo>
                <a:lnTo>
                  <a:pt x="270355" y="3824"/>
                </a:lnTo>
                <a:lnTo>
                  <a:pt x="270314" y="2853"/>
                </a:lnTo>
                <a:lnTo>
                  <a:pt x="266531" y="2853"/>
                </a:lnTo>
                <a:lnTo>
                  <a:pt x="265115" y="1437"/>
                </a:lnTo>
                <a:lnTo>
                  <a:pt x="264792" y="2145"/>
                </a:lnTo>
                <a:lnTo>
                  <a:pt x="264043" y="2145"/>
                </a:lnTo>
                <a:lnTo>
                  <a:pt x="262566" y="4248"/>
                </a:lnTo>
                <a:lnTo>
                  <a:pt x="263962" y="5867"/>
                </a:lnTo>
                <a:lnTo>
                  <a:pt x="263942" y="5867"/>
                </a:lnTo>
                <a:cubicBezTo>
                  <a:pt x="264893" y="6008"/>
                  <a:pt x="265641" y="6818"/>
                  <a:pt x="265641" y="7809"/>
                </a:cubicBezTo>
                <a:cubicBezTo>
                  <a:pt x="265641" y="8760"/>
                  <a:pt x="264974" y="9549"/>
                  <a:pt x="264063" y="9731"/>
                </a:cubicBezTo>
                <a:cubicBezTo>
                  <a:pt x="263942" y="9771"/>
                  <a:pt x="263800" y="9771"/>
                  <a:pt x="263679" y="9771"/>
                </a:cubicBezTo>
                <a:lnTo>
                  <a:pt x="263477" y="9771"/>
                </a:lnTo>
                <a:cubicBezTo>
                  <a:pt x="263335" y="9751"/>
                  <a:pt x="263214" y="9731"/>
                  <a:pt x="263092" y="9690"/>
                </a:cubicBezTo>
                <a:cubicBezTo>
                  <a:pt x="263032" y="9670"/>
                  <a:pt x="262971" y="9650"/>
                  <a:pt x="262910" y="9630"/>
                </a:cubicBezTo>
                <a:cubicBezTo>
                  <a:pt x="262202" y="9326"/>
                  <a:pt x="261696" y="8618"/>
                  <a:pt x="261696" y="7809"/>
                </a:cubicBezTo>
                <a:cubicBezTo>
                  <a:pt x="261696" y="7445"/>
                  <a:pt x="261818" y="7101"/>
                  <a:pt x="261980" y="6797"/>
                </a:cubicBezTo>
                <a:cubicBezTo>
                  <a:pt x="262040" y="6716"/>
                  <a:pt x="262121" y="6615"/>
                  <a:pt x="262202" y="6534"/>
                </a:cubicBezTo>
                <a:lnTo>
                  <a:pt x="262182" y="6534"/>
                </a:lnTo>
                <a:lnTo>
                  <a:pt x="262121" y="5644"/>
                </a:lnTo>
                <a:lnTo>
                  <a:pt x="261474" y="5442"/>
                </a:lnTo>
                <a:lnTo>
                  <a:pt x="261474" y="3864"/>
                </a:lnTo>
                <a:lnTo>
                  <a:pt x="261939" y="3864"/>
                </a:lnTo>
                <a:lnTo>
                  <a:pt x="261939" y="2853"/>
                </a:lnTo>
                <a:lnTo>
                  <a:pt x="258864" y="2853"/>
                </a:lnTo>
                <a:lnTo>
                  <a:pt x="257792" y="3945"/>
                </a:lnTo>
                <a:lnTo>
                  <a:pt x="257792" y="6049"/>
                </a:lnTo>
                <a:lnTo>
                  <a:pt x="257529" y="6110"/>
                </a:lnTo>
                <a:cubicBezTo>
                  <a:pt x="258136" y="6433"/>
                  <a:pt x="258541" y="7081"/>
                  <a:pt x="258541" y="7809"/>
                </a:cubicBezTo>
                <a:cubicBezTo>
                  <a:pt x="258541" y="8618"/>
                  <a:pt x="258055" y="9326"/>
                  <a:pt x="257347" y="9630"/>
                </a:cubicBezTo>
                <a:cubicBezTo>
                  <a:pt x="257286" y="9650"/>
                  <a:pt x="257226" y="9670"/>
                  <a:pt x="257165" y="9690"/>
                </a:cubicBezTo>
                <a:cubicBezTo>
                  <a:pt x="257044" y="9731"/>
                  <a:pt x="256902" y="9751"/>
                  <a:pt x="256781" y="9771"/>
                </a:cubicBezTo>
                <a:lnTo>
                  <a:pt x="256376" y="9771"/>
                </a:lnTo>
                <a:cubicBezTo>
                  <a:pt x="256234" y="9751"/>
                  <a:pt x="256113" y="9731"/>
                  <a:pt x="255992" y="9690"/>
                </a:cubicBezTo>
                <a:cubicBezTo>
                  <a:pt x="255931" y="9670"/>
                  <a:pt x="255870" y="9650"/>
                  <a:pt x="255809" y="9630"/>
                </a:cubicBezTo>
                <a:cubicBezTo>
                  <a:pt x="255101" y="9326"/>
                  <a:pt x="254616" y="8618"/>
                  <a:pt x="254616" y="7809"/>
                </a:cubicBezTo>
                <a:cubicBezTo>
                  <a:pt x="254616" y="7303"/>
                  <a:pt x="254798" y="6838"/>
                  <a:pt x="255122" y="6494"/>
                </a:cubicBezTo>
                <a:lnTo>
                  <a:pt x="256983" y="4491"/>
                </a:lnTo>
                <a:lnTo>
                  <a:pt x="257509" y="2832"/>
                </a:lnTo>
                <a:lnTo>
                  <a:pt x="254474" y="1437"/>
                </a:lnTo>
                <a:lnTo>
                  <a:pt x="254009" y="2832"/>
                </a:lnTo>
                <a:lnTo>
                  <a:pt x="254009" y="2853"/>
                </a:lnTo>
                <a:lnTo>
                  <a:pt x="250226" y="2853"/>
                </a:lnTo>
                <a:lnTo>
                  <a:pt x="250226" y="3318"/>
                </a:lnTo>
                <a:lnTo>
                  <a:pt x="249437" y="3702"/>
                </a:lnTo>
                <a:lnTo>
                  <a:pt x="249073" y="4633"/>
                </a:lnTo>
                <a:lnTo>
                  <a:pt x="250226" y="5685"/>
                </a:lnTo>
                <a:lnTo>
                  <a:pt x="250226" y="5988"/>
                </a:lnTo>
                <a:cubicBezTo>
                  <a:pt x="250327" y="6029"/>
                  <a:pt x="250408" y="6069"/>
                  <a:pt x="250489" y="6130"/>
                </a:cubicBezTo>
                <a:cubicBezTo>
                  <a:pt x="250651" y="6231"/>
                  <a:pt x="250813" y="6352"/>
                  <a:pt x="250934" y="6474"/>
                </a:cubicBezTo>
                <a:cubicBezTo>
                  <a:pt x="251258" y="6838"/>
                  <a:pt x="251460" y="7303"/>
                  <a:pt x="251460" y="7809"/>
                </a:cubicBezTo>
                <a:cubicBezTo>
                  <a:pt x="251460" y="8011"/>
                  <a:pt x="251420" y="8213"/>
                  <a:pt x="251359" y="8396"/>
                </a:cubicBezTo>
                <a:cubicBezTo>
                  <a:pt x="251318" y="8517"/>
                  <a:pt x="251278" y="8638"/>
                  <a:pt x="251217" y="8760"/>
                </a:cubicBezTo>
                <a:cubicBezTo>
                  <a:pt x="251096" y="8982"/>
                  <a:pt x="250934" y="9164"/>
                  <a:pt x="250732" y="9326"/>
                </a:cubicBezTo>
                <a:cubicBezTo>
                  <a:pt x="250388" y="9609"/>
                  <a:pt x="249963" y="9771"/>
                  <a:pt x="249477" y="9771"/>
                </a:cubicBezTo>
                <a:cubicBezTo>
                  <a:pt x="248871" y="9771"/>
                  <a:pt x="248324" y="9508"/>
                  <a:pt x="247960" y="9063"/>
                </a:cubicBezTo>
                <a:cubicBezTo>
                  <a:pt x="247920" y="9023"/>
                  <a:pt x="247879" y="8962"/>
                  <a:pt x="247859" y="8922"/>
                </a:cubicBezTo>
                <a:cubicBezTo>
                  <a:pt x="247778" y="8800"/>
                  <a:pt x="247717" y="8699"/>
                  <a:pt x="247677" y="8578"/>
                </a:cubicBezTo>
                <a:cubicBezTo>
                  <a:pt x="247576" y="8335"/>
                  <a:pt x="247515" y="8092"/>
                  <a:pt x="247515" y="7809"/>
                </a:cubicBezTo>
                <a:cubicBezTo>
                  <a:pt x="247515" y="7728"/>
                  <a:pt x="247515" y="7627"/>
                  <a:pt x="247535" y="7546"/>
                </a:cubicBezTo>
                <a:cubicBezTo>
                  <a:pt x="247576" y="7182"/>
                  <a:pt x="247738" y="6858"/>
                  <a:pt x="247940" y="6595"/>
                </a:cubicBezTo>
                <a:cubicBezTo>
                  <a:pt x="248102" y="6393"/>
                  <a:pt x="248304" y="6231"/>
                  <a:pt x="248527" y="6110"/>
                </a:cubicBezTo>
                <a:lnTo>
                  <a:pt x="248041" y="6029"/>
                </a:lnTo>
                <a:lnTo>
                  <a:pt x="248082" y="5685"/>
                </a:lnTo>
                <a:lnTo>
                  <a:pt x="248790" y="5685"/>
                </a:lnTo>
                <a:lnTo>
                  <a:pt x="248790" y="4997"/>
                </a:lnTo>
                <a:lnTo>
                  <a:pt x="247151" y="1194"/>
                </a:lnTo>
                <a:lnTo>
                  <a:pt x="246059" y="2853"/>
                </a:lnTo>
                <a:lnTo>
                  <a:pt x="242640" y="2853"/>
                </a:lnTo>
                <a:lnTo>
                  <a:pt x="242316" y="3075"/>
                </a:lnTo>
                <a:lnTo>
                  <a:pt x="242781" y="4006"/>
                </a:lnTo>
                <a:lnTo>
                  <a:pt x="242781" y="4896"/>
                </a:lnTo>
                <a:lnTo>
                  <a:pt x="242316" y="5523"/>
                </a:lnTo>
                <a:lnTo>
                  <a:pt x="242316" y="5826"/>
                </a:lnTo>
                <a:lnTo>
                  <a:pt x="242377" y="5847"/>
                </a:lnTo>
                <a:lnTo>
                  <a:pt x="242397" y="5847"/>
                </a:lnTo>
                <a:cubicBezTo>
                  <a:pt x="242518" y="5847"/>
                  <a:pt x="242660" y="5867"/>
                  <a:pt x="242781" y="5887"/>
                </a:cubicBezTo>
                <a:cubicBezTo>
                  <a:pt x="242842" y="5907"/>
                  <a:pt x="242903" y="5907"/>
                  <a:pt x="242963" y="5928"/>
                </a:cubicBezTo>
                <a:cubicBezTo>
                  <a:pt x="243105" y="5968"/>
                  <a:pt x="243206" y="6029"/>
                  <a:pt x="243328" y="6089"/>
                </a:cubicBezTo>
                <a:cubicBezTo>
                  <a:pt x="243934" y="6413"/>
                  <a:pt x="244359" y="7060"/>
                  <a:pt x="244359" y="7809"/>
                </a:cubicBezTo>
                <a:cubicBezTo>
                  <a:pt x="244359" y="8557"/>
                  <a:pt x="243934" y="9205"/>
                  <a:pt x="243328" y="9549"/>
                </a:cubicBezTo>
                <a:cubicBezTo>
                  <a:pt x="243206" y="9609"/>
                  <a:pt x="243105" y="9650"/>
                  <a:pt x="242963" y="9690"/>
                </a:cubicBezTo>
                <a:cubicBezTo>
                  <a:pt x="242903" y="9710"/>
                  <a:pt x="242842" y="9731"/>
                  <a:pt x="242781" y="9731"/>
                </a:cubicBezTo>
                <a:cubicBezTo>
                  <a:pt x="242660" y="9771"/>
                  <a:pt x="242518" y="9771"/>
                  <a:pt x="242397" y="9771"/>
                </a:cubicBezTo>
                <a:cubicBezTo>
                  <a:pt x="242174" y="9771"/>
                  <a:pt x="241992" y="9751"/>
                  <a:pt x="241810" y="9690"/>
                </a:cubicBezTo>
                <a:cubicBezTo>
                  <a:pt x="241001" y="9447"/>
                  <a:pt x="240414" y="8699"/>
                  <a:pt x="240414" y="7809"/>
                </a:cubicBezTo>
                <a:cubicBezTo>
                  <a:pt x="240414" y="7566"/>
                  <a:pt x="240475" y="7323"/>
                  <a:pt x="240556" y="7101"/>
                </a:cubicBezTo>
                <a:cubicBezTo>
                  <a:pt x="240637" y="6878"/>
                  <a:pt x="240758" y="6696"/>
                  <a:pt x="240920" y="6514"/>
                </a:cubicBezTo>
                <a:lnTo>
                  <a:pt x="240859" y="6514"/>
                </a:lnTo>
                <a:lnTo>
                  <a:pt x="240940" y="6494"/>
                </a:lnTo>
                <a:cubicBezTo>
                  <a:pt x="241021" y="6413"/>
                  <a:pt x="241102" y="6332"/>
                  <a:pt x="241183" y="6271"/>
                </a:cubicBezTo>
                <a:cubicBezTo>
                  <a:pt x="241264" y="6191"/>
                  <a:pt x="241365" y="6130"/>
                  <a:pt x="241466" y="6089"/>
                </a:cubicBezTo>
                <a:lnTo>
                  <a:pt x="241102" y="5300"/>
                </a:lnTo>
                <a:lnTo>
                  <a:pt x="240354" y="5159"/>
                </a:lnTo>
                <a:lnTo>
                  <a:pt x="240354" y="3298"/>
                </a:lnTo>
                <a:lnTo>
                  <a:pt x="239828" y="2853"/>
                </a:lnTo>
                <a:lnTo>
                  <a:pt x="237076" y="2853"/>
                </a:lnTo>
                <a:lnTo>
                  <a:pt x="237076" y="4006"/>
                </a:lnTo>
                <a:lnTo>
                  <a:pt x="236287" y="4006"/>
                </a:lnTo>
                <a:lnTo>
                  <a:pt x="236287" y="4511"/>
                </a:lnTo>
                <a:lnTo>
                  <a:pt x="236672" y="5037"/>
                </a:lnTo>
                <a:lnTo>
                  <a:pt x="236550" y="5786"/>
                </a:lnTo>
                <a:lnTo>
                  <a:pt x="236105" y="6029"/>
                </a:lnTo>
                <a:cubicBezTo>
                  <a:pt x="236368" y="6150"/>
                  <a:pt x="236591" y="6312"/>
                  <a:pt x="236773" y="6514"/>
                </a:cubicBezTo>
                <a:cubicBezTo>
                  <a:pt x="237076" y="6858"/>
                  <a:pt x="237258" y="7323"/>
                  <a:pt x="237258" y="7809"/>
                </a:cubicBezTo>
                <a:cubicBezTo>
                  <a:pt x="237258" y="8699"/>
                  <a:pt x="236672" y="9447"/>
                  <a:pt x="235883" y="9690"/>
                </a:cubicBezTo>
                <a:cubicBezTo>
                  <a:pt x="235701" y="9751"/>
                  <a:pt x="235498" y="9771"/>
                  <a:pt x="235296" y="9771"/>
                </a:cubicBezTo>
                <a:cubicBezTo>
                  <a:pt x="234952" y="9771"/>
                  <a:pt x="234629" y="9690"/>
                  <a:pt x="234345" y="9549"/>
                </a:cubicBezTo>
                <a:cubicBezTo>
                  <a:pt x="233738" y="9205"/>
                  <a:pt x="233334" y="8557"/>
                  <a:pt x="233334" y="7809"/>
                </a:cubicBezTo>
                <a:cubicBezTo>
                  <a:pt x="233334" y="6878"/>
                  <a:pt x="233981" y="6110"/>
                  <a:pt x="234831" y="5907"/>
                </a:cubicBezTo>
                <a:lnTo>
                  <a:pt x="234325" y="5078"/>
                </a:lnTo>
                <a:lnTo>
                  <a:pt x="234871" y="3824"/>
                </a:lnTo>
                <a:lnTo>
                  <a:pt x="234831" y="2853"/>
                </a:lnTo>
                <a:lnTo>
                  <a:pt x="227487" y="2853"/>
                </a:lnTo>
                <a:lnTo>
                  <a:pt x="227487" y="3601"/>
                </a:lnTo>
                <a:lnTo>
                  <a:pt x="228317" y="4350"/>
                </a:lnTo>
                <a:lnTo>
                  <a:pt x="228317" y="5240"/>
                </a:lnTo>
                <a:lnTo>
                  <a:pt x="228863" y="5968"/>
                </a:lnTo>
                <a:cubicBezTo>
                  <a:pt x="229126" y="6069"/>
                  <a:pt x="229369" y="6211"/>
                  <a:pt x="229551" y="6393"/>
                </a:cubicBezTo>
                <a:cubicBezTo>
                  <a:pt x="229753" y="6595"/>
                  <a:pt x="229915" y="6818"/>
                  <a:pt x="230016" y="7081"/>
                </a:cubicBezTo>
                <a:cubicBezTo>
                  <a:pt x="230117" y="7323"/>
                  <a:pt x="230178" y="7586"/>
                  <a:pt x="230178" y="7849"/>
                </a:cubicBezTo>
                <a:cubicBezTo>
                  <a:pt x="230178" y="8881"/>
                  <a:pt x="229409" y="9710"/>
                  <a:pt x="228418" y="9812"/>
                </a:cubicBezTo>
                <a:cubicBezTo>
                  <a:pt x="228357" y="9832"/>
                  <a:pt x="228276" y="9832"/>
                  <a:pt x="228216" y="9832"/>
                </a:cubicBezTo>
                <a:cubicBezTo>
                  <a:pt x="228114" y="9832"/>
                  <a:pt x="228013" y="9812"/>
                  <a:pt x="227912" y="9812"/>
                </a:cubicBezTo>
                <a:cubicBezTo>
                  <a:pt x="227710" y="9771"/>
                  <a:pt x="227528" y="9710"/>
                  <a:pt x="227346" y="9630"/>
                </a:cubicBezTo>
                <a:cubicBezTo>
                  <a:pt x="227103" y="9508"/>
                  <a:pt x="226860" y="9326"/>
                  <a:pt x="226678" y="9083"/>
                </a:cubicBezTo>
                <a:cubicBezTo>
                  <a:pt x="226577" y="8942"/>
                  <a:pt x="226476" y="8780"/>
                  <a:pt x="226395" y="8598"/>
                </a:cubicBezTo>
                <a:cubicBezTo>
                  <a:pt x="226334" y="8476"/>
                  <a:pt x="226294" y="8355"/>
                  <a:pt x="226274" y="8213"/>
                </a:cubicBezTo>
                <a:cubicBezTo>
                  <a:pt x="226253" y="8092"/>
                  <a:pt x="226233" y="7950"/>
                  <a:pt x="226233" y="7809"/>
                </a:cubicBezTo>
                <a:cubicBezTo>
                  <a:pt x="226233" y="7242"/>
                  <a:pt x="226476" y="6716"/>
                  <a:pt x="226880" y="6373"/>
                </a:cubicBezTo>
                <a:lnTo>
                  <a:pt x="226820" y="6373"/>
                </a:lnTo>
                <a:lnTo>
                  <a:pt x="226880" y="6110"/>
                </a:lnTo>
                <a:lnTo>
                  <a:pt x="226172" y="5685"/>
                </a:lnTo>
                <a:lnTo>
                  <a:pt x="226172" y="4815"/>
                </a:lnTo>
                <a:lnTo>
                  <a:pt x="226395" y="4350"/>
                </a:lnTo>
                <a:lnTo>
                  <a:pt x="226557" y="2853"/>
                </a:lnTo>
                <a:lnTo>
                  <a:pt x="223441" y="2853"/>
                </a:lnTo>
                <a:lnTo>
                  <a:pt x="222329" y="4006"/>
                </a:lnTo>
                <a:lnTo>
                  <a:pt x="222329" y="6110"/>
                </a:lnTo>
                <a:lnTo>
                  <a:pt x="222066" y="6150"/>
                </a:lnTo>
                <a:cubicBezTo>
                  <a:pt x="222673" y="6474"/>
                  <a:pt x="223097" y="7121"/>
                  <a:pt x="223097" y="7849"/>
                </a:cubicBezTo>
                <a:cubicBezTo>
                  <a:pt x="223097" y="8679"/>
                  <a:pt x="222592" y="9367"/>
                  <a:pt x="221884" y="9670"/>
                </a:cubicBezTo>
                <a:cubicBezTo>
                  <a:pt x="221823" y="9690"/>
                  <a:pt x="221762" y="9710"/>
                  <a:pt x="221702" y="9731"/>
                </a:cubicBezTo>
                <a:cubicBezTo>
                  <a:pt x="221580" y="9771"/>
                  <a:pt x="221459" y="9812"/>
                  <a:pt x="221317" y="9812"/>
                </a:cubicBezTo>
                <a:cubicBezTo>
                  <a:pt x="221256" y="9832"/>
                  <a:pt x="221196" y="9832"/>
                  <a:pt x="221115" y="9832"/>
                </a:cubicBezTo>
                <a:cubicBezTo>
                  <a:pt x="221054" y="9832"/>
                  <a:pt x="220993" y="9832"/>
                  <a:pt x="220913" y="9812"/>
                </a:cubicBezTo>
                <a:cubicBezTo>
                  <a:pt x="220791" y="9812"/>
                  <a:pt x="220670" y="9771"/>
                  <a:pt x="220528" y="9731"/>
                </a:cubicBezTo>
                <a:cubicBezTo>
                  <a:pt x="220468" y="9710"/>
                  <a:pt x="220407" y="9690"/>
                  <a:pt x="220366" y="9670"/>
                </a:cubicBezTo>
                <a:cubicBezTo>
                  <a:pt x="219658" y="9367"/>
                  <a:pt x="219153" y="8679"/>
                  <a:pt x="219153" y="7849"/>
                </a:cubicBezTo>
                <a:cubicBezTo>
                  <a:pt x="219153" y="7607"/>
                  <a:pt x="219213" y="7364"/>
                  <a:pt x="219294" y="7141"/>
                </a:cubicBezTo>
                <a:cubicBezTo>
                  <a:pt x="219375" y="6919"/>
                  <a:pt x="219517" y="6716"/>
                  <a:pt x="219658" y="6534"/>
                </a:cubicBezTo>
                <a:lnTo>
                  <a:pt x="220609" y="5847"/>
                </a:lnTo>
                <a:lnTo>
                  <a:pt x="220447" y="1902"/>
                </a:lnTo>
                <a:cubicBezTo>
                  <a:pt x="220447" y="1902"/>
                  <a:pt x="220306" y="2387"/>
                  <a:pt x="219800" y="2630"/>
                </a:cubicBezTo>
                <a:cubicBezTo>
                  <a:pt x="219372" y="2818"/>
                  <a:pt x="219132" y="2833"/>
                  <a:pt x="219069" y="2833"/>
                </a:cubicBezTo>
                <a:cubicBezTo>
                  <a:pt x="219057" y="2833"/>
                  <a:pt x="219051" y="2832"/>
                  <a:pt x="219051" y="2832"/>
                </a:cubicBezTo>
                <a:lnTo>
                  <a:pt x="219051" y="2853"/>
                </a:lnTo>
                <a:lnTo>
                  <a:pt x="214783" y="2853"/>
                </a:lnTo>
                <a:lnTo>
                  <a:pt x="214055" y="0"/>
                </a:lnTo>
                <a:lnTo>
                  <a:pt x="212173" y="1619"/>
                </a:lnTo>
                <a:lnTo>
                  <a:pt x="214783" y="3358"/>
                </a:lnTo>
                <a:lnTo>
                  <a:pt x="213994" y="3743"/>
                </a:lnTo>
                <a:lnTo>
                  <a:pt x="213610" y="4673"/>
                </a:lnTo>
                <a:lnTo>
                  <a:pt x="214783" y="5725"/>
                </a:lnTo>
                <a:lnTo>
                  <a:pt x="214783" y="6049"/>
                </a:lnTo>
                <a:cubicBezTo>
                  <a:pt x="214864" y="6069"/>
                  <a:pt x="214945" y="6130"/>
                  <a:pt x="215026" y="6170"/>
                </a:cubicBezTo>
                <a:cubicBezTo>
                  <a:pt x="215208" y="6271"/>
                  <a:pt x="215349" y="6393"/>
                  <a:pt x="215471" y="6534"/>
                </a:cubicBezTo>
                <a:cubicBezTo>
                  <a:pt x="215794" y="6878"/>
                  <a:pt x="215997" y="7344"/>
                  <a:pt x="215997" y="7849"/>
                </a:cubicBezTo>
                <a:cubicBezTo>
                  <a:pt x="215997" y="8335"/>
                  <a:pt x="215835" y="8780"/>
                  <a:pt x="215552" y="9104"/>
                </a:cubicBezTo>
                <a:cubicBezTo>
                  <a:pt x="215471" y="9205"/>
                  <a:pt x="215370" y="9306"/>
                  <a:pt x="215289" y="9387"/>
                </a:cubicBezTo>
                <a:cubicBezTo>
                  <a:pt x="215228" y="9407"/>
                  <a:pt x="215187" y="9447"/>
                  <a:pt x="215127" y="9488"/>
                </a:cubicBezTo>
                <a:cubicBezTo>
                  <a:pt x="215026" y="9569"/>
                  <a:pt x="214904" y="9630"/>
                  <a:pt x="214803" y="9670"/>
                </a:cubicBezTo>
                <a:cubicBezTo>
                  <a:pt x="214742" y="9690"/>
                  <a:pt x="214682" y="9710"/>
                  <a:pt x="214621" y="9731"/>
                </a:cubicBezTo>
                <a:cubicBezTo>
                  <a:pt x="214500" y="9771"/>
                  <a:pt x="214358" y="9812"/>
                  <a:pt x="214237" y="9812"/>
                </a:cubicBezTo>
                <a:cubicBezTo>
                  <a:pt x="214156" y="9832"/>
                  <a:pt x="214095" y="9832"/>
                  <a:pt x="214034" y="9832"/>
                </a:cubicBezTo>
                <a:cubicBezTo>
                  <a:pt x="213630" y="9832"/>
                  <a:pt x="213245" y="9710"/>
                  <a:pt x="212922" y="9488"/>
                </a:cubicBezTo>
                <a:cubicBezTo>
                  <a:pt x="212396" y="9144"/>
                  <a:pt x="212052" y="8537"/>
                  <a:pt x="212052" y="7849"/>
                </a:cubicBezTo>
                <a:cubicBezTo>
                  <a:pt x="212052" y="7222"/>
                  <a:pt x="212375" y="6636"/>
                  <a:pt x="212861" y="6292"/>
                </a:cubicBezTo>
                <a:cubicBezTo>
                  <a:pt x="212922" y="6231"/>
                  <a:pt x="213003" y="6191"/>
                  <a:pt x="213084" y="6150"/>
                </a:cubicBezTo>
                <a:lnTo>
                  <a:pt x="212578" y="6069"/>
                </a:lnTo>
                <a:lnTo>
                  <a:pt x="212638" y="5725"/>
                </a:lnTo>
                <a:lnTo>
                  <a:pt x="213326" y="5725"/>
                </a:lnTo>
                <a:lnTo>
                  <a:pt x="213326" y="5037"/>
                </a:lnTo>
                <a:lnTo>
                  <a:pt x="210535" y="2853"/>
                </a:lnTo>
                <a:lnTo>
                  <a:pt x="207237" y="2853"/>
                </a:lnTo>
                <a:lnTo>
                  <a:pt x="206853" y="3116"/>
                </a:lnTo>
                <a:lnTo>
                  <a:pt x="207318" y="4046"/>
                </a:lnTo>
                <a:lnTo>
                  <a:pt x="207318" y="4936"/>
                </a:lnTo>
                <a:lnTo>
                  <a:pt x="206853" y="5563"/>
                </a:lnTo>
                <a:lnTo>
                  <a:pt x="206853" y="5867"/>
                </a:lnTo>
                <a:lnTo>
                  <a:pt x="206913" y="5887"/>
                </a:lnTo>
                <a:lnTo>
                  <a:pt x="206934" y="5887"/>
                </a:lnTo>
                <a:cubicBezTo>
                  <a:pt x="207399" y="5887"/>
                  <a:pt x="207844" y="6069"/>
                  <a:pt x="208188" y="6332"/>
                </a:cubicBezTo>
                <a:cubicBezTo>
                  <a:pt x="208370" y="6494"/>
                  <a:pt x="208552" y="6696"/>
                  <a:pt x="208673" y="6919"/>
                </a:cubicBezTo>
                <a:cubicBezTo>
                  <a:pt x="208734" y="7040"/>
                  <a:pt x="208775" y="7141"/>
                  <a:pt x="208815" y="7283"/>
                </a:cubicBezTo>
                <a:cubicBezTo>
                  <a:pt x="208876" y="7465"/>
                  <a:pt x="208896" y="7647"/>
                  <a:pt x="208896" y="7849"/>
                </a:cubicBezTo>
                <a:cubicBezTo>
                  <a:pt x="208896" y="8072"/>
                  <a:pt x="208876" y="8254"/>
                  <a:pt x="208815" y="8436"/>
                </a:cubicBezTo>
                <a:cubicBezTo>
                  <a:pt x="208775" y="8557"/>
                  <a:pt x="208734" y="8679"/>
                  <a:pt x="208673" y="8800"/>
                </a:cubicBezTo>
                <a:cubicBezTo>
                  <a:pt x="208552" y="9023"/>
                  <a:pt x="208370" y="9225"/>
                  <a:pt x="208188" y="9387"/>
                </a:cubicBezTo>
                <a:cubicBezTo>
                  <a:pt x="207844" y="9650"/>
                  <a:pt x="207399" y="9832"/>
                  <a:pt x="206934" y="9832"/>
                </a:cubicBezTo>
                <a:cubicBezTo>
                  <a:pt x="206731" y="9832"/>
                  <a:pt x="206529" y="9791"/>
                  <a:pt x="206347" y="9731"/>
                </a:cubicBezTo>
                <a:cubicBezTo>
                  <a:pt x="205538" y="9488"/>
                  <a:pt x="204971" y="8739"/>
                  <a:pt x="204971" y="7849"/>
                </a:cubicBezTo>
                <a:cubicBezTo>
                  <a:pt x="204971" y="7728"/>
                  <a:pt x="204971" y="7607"/>
                  <a:pt x="204991" y="7485"/>
                </a:cubicBezTo>
                <a:cubicBezTo>
                  <a:pt x="205072" y="7141"/>
                  <a:pt x="205234" y="6818"/>
                  <a:pt x="205457" y="6555"/>
                </a:cubicBezTo>
                <a:lnTo>
                  <a:pt x="205457" y="6555"/>
                </a:lnTo>
                <a:lnTo>
                  <a:pt x="205497" y="6534"/>
                </a:lnTo>
                <a:cubicBezTo>
                  <a:pt x="205639" y="6373"/>
                  <a:pt x="205821" y="6231"/>
                  <a:pt x="206003" y="6130"/>
                </a:cubicBezTo>
                <a:lnTo>
                  <a:pt x="205639" y="5361"/>
                </a:lnTo>
                <a:lnTo>
                  <a:pt x="204890" y="5219"/>
                </a:lnTo>
                <a:lnTo>
                  <a:pt x="204890" y="3338"/>
                </a:lnTo>
                <a:lnTo>
                  <a:pt x="204324" y="2853"/>
                </a:lnTo>
                <a:lnTo>
                  <a:pt x="201613" y="2853"/>
                </a:lnTo>
                <a:lnTo>
                  <a:pt x="201613" y="4107"/>
                </a:lnTo>
                <a:lnTo>
                  <a:pt x="200824" y="4107"/>
                </a:lnTo>
                <a:lnTo>
                  <a:pt x="200824" y="4633"/>
                </a:lnTo>
                <a:lnTo>
                  <a:pt x="201229" y="5139"/>
                </a:lnTo>
                <a:lnTo>
                  <a:pt x="200642" y="6130"/>
                </a:lnTo>
                <a:cubicBezTo>
                  <a:pt x="201168" y="6352"/>
                  <a:pt x="201552" y="6797"/>
                  <a:pt x="201714" y="7344"/>
                </a:cubicBezTo>
                <a:cubicBezTo>
                  <a:pt x="201775" y="7526"/>
                  <a:pt x="201815" y="7708"/>
                  <a:pt x="201815" y="7910"/>
                </a:cubicBezTo>
                <a:cubicBezTo>
                  <a:pt x="201815" y="8112"/>
                  <a:pt x="201775" y="8315"/>
                  <a:pt x="201714" y="8497"/>
                </a:cubicBezTo>
                <a:cubicBezTo>
                  <a:pt x="201674" y="8618"/>
                  <a:pt x="201633" y="8739"/>
                  <a:pt x="201573" y="8861"/>
                </a:cubicBezTo>
                <a:cubicBezTo>
                  <a:pt x="201451" y="9083"/>
                  <a:pt x="201289" y="9265"/>
                  <a:pt x="201087" y="9427"/>
                </a:cubicBezTo>
                <a:cubicBezTo>
                  <a:pt x="200743" y="9710"/>
                  <a:pt x="200318" y="9893"/>
                  <a:pt x="199833" y="9893"/>
                </a:cubicBezTo>
                <a:cubicBezTo>
                  <a:pt x="199631" y="9893"/>
                  <a:pt x="199428" y="9852"/>
                  <a:pt x="199246" y="9791"/>
                </a:cubicBezTo>
                <a:cubicBezTo>
                  <a:pt x="198457" y="9549"/>
                  <a:pt x="197871" y="8800"/>
                  <a:pt x="197871" y="7910"/>
                </a:cubicBezTo>
                <a:cubicBezTo>
                  <a:pt x="197871" y="6979"/>
                  <a:pt x="198518" y="6211"/>
                  <a:pt x="199388" y="6008"/>
                </a:cubicBezTo>
                <a:lnTo>
                  <a:pt x="198862" y="5179"/>
                </a:lnTo>
                <a:lnTo>
                  <a:pt x="199428" y="3925"/>
                </a:lnTo>
                <a:lnTo>
                  <a:pt x="199388" y="2853"/>
                </a:lnTo>
                <a:lnTo>
                  <a:pt x="198761" y="1902"/>
                </a:lnTo>
                <a:lnTo>
                  <a:pt x="196940" y="2327"/>
                </a:lnTo>
                <a:lnTo>
                  <a:pt x="197749" y="2853"/>
                </a:lnTo>
                <a:lnTo>
                  <a:pt x="193137" y="2853"/>
                </a:lnTo>
                <a:lnTo>
                  <a:pt x="192671" y="3176"/>
                </a:lnTo>
                <a:lnTo>
                  <a:pt x="193137" y="4107"/>
                </a:lnTo>
                <a:lnTo>
                  <a:pt x="193137" y="4997"/>
                </a:lnTo>
                <a:lnTo>
                  <a:pt x="192671" y="5624"/>
                </a:lnTo>
                <a:lnTo>
                  <a:pt x="192671" y="5928"/>
                </a:lnTo>
                <a:lnTo>
                  <a:pt x="192732" y="5948"/>
                </a:lnTo>
                <a:lnTo>
                  <a:pt x="192752" y="5948"/>
                </a:lnTo>
                <a:cubicBezTo>
                  <a:pt x="192955" y="5948"/>
                  <a:pt x="193137" y="5988"/>
                  <a:pt x="193319" y="6029"/>
                </a:cubicBezTo>
                <a:cubicBezTo>
                  <a:pt x="193400" y="6049"/>
                  <a:pt x="193460" y="6069"/>
                  <a:pt x="193501" y="6110"/>
                </a:cubicBezTo>
                <a:cubicBezTo>
                  <a:pt x="194209" y="6393"/>
                  <a:pt x="194715" y="7101"/>
                  <a:pt x="194715" y="7910"/>
                </a:cubicBezTo>
                <a:cubicBezTo>
                  <a:pt x="194715" y="8739"/>
                  <a:pt x="194209" y="9427"/>
                  <a:pt x="193501" y="9731"/>
                </a:cubicBezTo>
                <a:cubicBezTo>
                  <a:pt x="193460" y="9751"/>
                  <a:pt x="193400" y="9771"/>
                  <a:pt x="193319" y="9791"/>
                </a:cubicBezTo>
                <a:cubicBezTo>
                  <a:pt x="193137" y="9852"/>
                  <a:pt x="192955" y="9893"/>
                  <a:pt x="192752" y="9893"/>
                </a:cubicBezTo>
                <a:cubicBezTo>
                  <a:pt x="192611" y="9893"/>
                  <a:pt x="192469" y="9872"/>
                  <a:pt x="192348" y="9852"/>
                </a:cubicBezTo>
                <a:cubicBezTo>
                  <a:pt x="191458" y="9650"/>
                  <a:pt x="190770" y="8861"/>
                  <a:pt x="190770" y="7910"/>
                </a:cubicBezTo>
                <a:cubicBezTo>
                  <a:pt x="190770" y="7789"/>
                  <a:pt x="190790" y="7667"/>
                  <a:pt x="190810" y="7546"/>
                </a:cubicBezTo>
                <a:cubicBezTo>
                  <a:pt x="190871" y="7202"/>
                  <a:pt x="191053" y="6878"/>
                  <a:pt x="191275" y="6615"/>
                </a:cubicBezTo>
                <a:lnTo>
                  <a:pt x="191215" y="6615"/>
                </a:lnTo>
                <a:lnTo>
                  <a:pt x="191296" y="6595"/>
                </a:lnTo>
                <a:cubicBezTo>
                  <a:pt x="191377" y="6514"/>
                  <a:pt x="191458" y="6433"/>
                  <a:pt x="191538" y="6373"/>
                </a:cubicBezTo>
                <a:cubicBezTo>
                  <a:pt x="191619" y="6292"/>
                  <a:pt x="191721" y="6231"/>
                  <a:pt x="191822" y="6191"/>
                </a:cubicBezTo>
                <a:lnTo>
                  <a:pt x="191458" y="5402"/>
                </a:lnTo>
                <a:lnTo>
                  <a:pt x="190709" y="5280"/>
                </a:lnTo>
                <a:lnTo>
                  <a:pt x="190709" y="3399"/>
                </a:lnTo>
                <a:lnTo>
                  <a:pt x="189515" y="1801"/>
                </a:lnTo>
                <a:lnTo>
                  <a:pt x="188989" y="2853"/>
                </a:lnTo>
                <a:lnTo>
                  <a:pt x="184074" y="2853"/>
                </a:lnTo>
                <a:lnTo>
                  <a:pt x="183163" y="749"/>
                </a:lnTo>
                <a:lnTo>
                  <a:pt x="182475" y="2428"/>
                </a:lnTo>
                <a:lnTo>
                  <a:pt x="184215" y="4896"/>
                </a:lnTo>
                <a:lnTo>
                  <a:pt x="183750" y="5826"/>
                </a:lnTo>
                <a:lnTo>
                  <a:pt x="183811" y="5847"/>
                </a:lnTo>
                <a:lnTo>
                  <a:pt x="183831" y="5847"/>
                </a:lnTo>
                <a:cubicBezTo>
                  <a:pt x="183952" y="5847"/>
                  <a:pt x="184094" y="5867"/>
                  <a:pt x="184215" y="5887"/>
                </a:cubicBezTo>
                <a:cubicBezTo>
                  <a:pt x="184276" y="5907"/>
                  <a:pt x="184337" y="5907"/>
                  <a:pt x="184397" y="5928"/>
                </a:cubicBezTo>
                <a:cubicBezTo>
                  <a:pt x="184539" y="5968"/>
                  <a:pt x="184640" y="6029"/>
                  <a:pt x="184761" y="6089"/>
                </a:cubicBezTo>
                <a:cubicBezTo>
                  <a:pt x="185368" y="6413"/>
                  <a:pt x="185793" y="7060"/>
                  <a:pt x="185793" y="7809"/>
                </a:cubicBezTo>
                <a:cubicBezTo>
                  <a:pt x="185793" y="8557"/>
                  <a:pt x="185368" y="9205"/>
                  <a:pt x="184761" y="9549"/>
                </a:cubicBezTo>
                <a:cubicBezTo>
                  <a:pt x="184640" y="9609"/>
                  <a:pt x="184539" y="9650"/>
                  <a:pt x="184397" y="9690"/>
                </a:cubicBezTo>
                <a:cubicBezTo>
                  <a:pt x="184337" y="9710"/>
                  <a:pt x="184276" y="9731"/>
                  <a:pt x="184215" y="9731"/>
                </a:cubicBezTo>
                <a:cubicBezTo>
                  <a:pt x="184094" y="9771"/>
                  <a:pt x="183952" y="9771"/>
                  <a:pt x="183831" y="9771"/>
                </a:cubicBezTo>
                <a:cubicBezTo>
                  <a:pt x="183608" y="9771"/>
                  <a:pt x="183426" y="9751"/>
                  <a:pt x="183244" y="9690"/>
                </a:cubicBezTo>
                <a:cubicBezTo>
                  <a:pt x="182435" y="9447"/>
                  <a:pt x="181848" y="8699"/>
                  <a:pt x="181848" y="7809"/>
                </a:cubicBezTo>
                <a:cubicBezTo>
                  <a:pt x="181848" y="7688"/>
                  <a:pt x="181869" y="7566"/>
                  <a:pt x="181889" y="7445"/>
                </a:cubicBezTo>
                <a:cubicBezTo>
                  <a:pt x="181949" y="7101"/>
                  <a:pt x="182131" y="6777"/>
                  <a:pt x="182354" y="6514"/>
                </a:cubicBezTo>
                <a:lnTo>
                  <a:pt x="182293" y="6514"/>
                </a:lnTo>
                <a:lnTo>
                  <a:pt x="182374" y="6494"/>
                </a:lnTo>
                <a:cubicBezTo>
                  <a:pt x="182536" y="6332"/>
                  <a:pt x="182698" y="6191"/>
                  <a:pt x="182900" y="6089"/>
                </a:cubicBezTo>
                <a:lnTo>
                  <a:pt x="182536" y="5300"/>
                </a:lnTo>
                <a:lnTo>
                  <a:pt x="181788" y="5159"/>
                </a:lnTo>
                <a:lnTo>
                  <a:pt x="181788" y="3298"/>
                </a:lnTo>
                <a:lnTo>
                  <a:pt x="181262" y="2853"/>
                </a:lnTo>
                <a:lnTo>
                  <a:pt x="178510" y="2853"/>
                </a:lnTo>
                <a:lnTo>
                  <a:pt x="178510" y="4006"/>
                </a:lnTo>
                <a:lnTo>
                  <a:pt x="177721" y="4006"/>
                </a:lnTo>
                <a:lnTo>
                  <a:pt x="177721" y="4511"/>
                </a:lnTo>
                <a:lnTo>
                  <a:pt x="178106" y="5037"/>
                </a:lnTo>
                <a:lnTo>
                  <a:pt x="177721" y="5442"/>
                </a:lnTo>
                <a:lnTo>
                  <a:pt x="178692" y="5847"/>
                </a:lnTo>
                <a:lnTo>
                  <a:pt x="177539" y="6029"/>
                </a:lnTo>
                <a:cubicBezTo>
                  <a:pt x="178227" y="6332"/>
                  <a:pt x="178692" y="7020"/>
                  <a:pt x="178692" y="7809"/>
                </a:cubicBezTo>
                <a:cubicBezTo>
                  <a:pt x="178692" y="8901"/>
                  <a:pt x="177822" y="9771"/>
                  <a:pt x="176730" y="9771"/>
                </a:cubicBezTo>
                <a:cubicBezTo>
                  <a:pt x="175638" y="9771"/>
                  <a:pt x="174768" y="8901"/>
                  <a:pt x="174768" y="7809"/>
                </a:cubicBezTo>
                <a:cubicBezTo>
                  <a:pt x="174768" y="6878"/>
                  <a:pt x="175415" y="6110"/>
                  <a:pt x="176265" y="5907"/>
                </a:cubicBezTo>
                <a:lnTo>
                  <a:pt x="175759" y="5078"/>
                </a:lnTo>
                <a:lnTo>
                  <a:pt x="176305" y="3824"/>
                </a:lnTo>
                <a:lnTo>
                  <a:pt x="176265" y="2853"/>
                </a:lnTo>
                <a:lnTo>
                  <a:pt x="172502" y="2853"/>
                </a:lnTo>
                <a:lnTo>
                  <a:pt x="171066" y="1437"/>
                </a:lnTo>
                <a:lnTo>
                  <a:pt x="170762" y="2145"/>
                </a:lnTo>
                <a:lnTo>
                  <a:pt x="170014" y="2145"/>
                </a:lnTo>
                <a:lnTo>
                  <a:pt x="168517" y="4248"/>
                </a:lnTo>
                <a:lnTo>
                  <a:pt x="169913" y="5867"/>
                </a:lnTo>
                <a:cubicBezTo>
                  <a:pt x="170863" y="6008"/>
                  <a:pt x="171592" y="6818"/>
                  <a:pt x="171592" y="7809"/>
                </a:cubicBezTo>
                <a:cubicBezTo>
                  <a:pt x="171592" y="8760"/>
                  <a:pt x="170924" y="9549"/>
                  <a:pt x="170034" y="9731"/>
                </a:cubicBezTo>
                <a:cubicBezTo>
                  <a:pt x="169892" y="9771"/>
                  <a:pt x="169771" y="9771"/>
                  <a:pt x="169629" y="9771"/>
                </a:cubicBezTo>
                <a:lnTo>
                  <a:pt x="169427" y="9771"/>
                </a:lnTo>
                <a:cubicBezTo>
                  <a:pt x="169306" y="9751"/>
                  <a:pt x="169164" y="9731"/>
                  <a:pt x="169043" y="9690"/>
                </a:cubicBezTo>
                <a:cubicBezTo>
                  <a:pt x="168982" y="9670"/>
                  <a:pt x="168921" y="9650"/>
                  <a:pt x="168861" y="9630"/>
                </a:cubicBezTo>
                <a:cubicBezTo>
                  <a:pt x="168739" y="9569"/>
                  <a:pt x="168638" y="9508"/>
                  <a:pt x="168537" y="9447"/>
                </a:cubicBezTo>
                <a:cubicBezTo>
                  <a:pt x="168476" y="9407"/>
                  <a:pt x="168436" y="9367"/>
                  <a:pt x="168375" y="9326"/>
                </a:cubicBezTo>
                <a:cubicBezTo>
                  <a:pt x="168274" y="9245"/>
                  <a:pt x="168193" y="9164"/>
                  <a:pt x="168112" y="9063"/>
                </a:cubicBezTo>
                <a:cubicBezTo>
                  <a:pt x="167829" y="8719"/>
                  <a:pt x="167667" y="8294"/>
                  <a:pt x="167667" y="7809"/>
                </a:cubicBezTo>
                <a:cubicBezTo>
                  <a:pt x="167667" y="7323"/>
                  <a:pt x="167849" y="6878"/>
                  <a:pt x="168153" y="6534"/>
                </a:cubicBezTo>
                <a:lnTo>
                  <a:pt x="168132" y="6534"/>
                </a:lnTo>
                <a:lnTo>
                  <a:pt x="168092" y="5644"/>
                </a:lnTo>
                <a:lnTo>
                  <a:pt x="167424" y="5442"/>
                </a:lnTo>
                <a:lnTo>
                  <a:pt x="167424" y="3864"/>
                </a:lnTo>
                <a:lnTo>
                  <a:pt x="167890" y="3864"/>
                </a:lnTo>
                <a:lnTo>
                  <a:pt x="167890" y="2853"/>
                </a:lnTo>
                <a:lnTo>
                  <a:pt x="164815" y="2853"/>
                </a:lnTo>
                <a:lnTo>
                  <a:pt x="163742" y="3945"/>
                </a:lnTo>
                <a:lnTo>
                  <a:pt x="163742" y="6049"/>
                </a:lnTo>
                <a:lnTo>
                  <a:pt x="163479" y="6110"/>
                </a:lnTo>
                <a:cubicBezTo>
                  <a:pt x="164086" y="6433"/>
                  <a:pt x="164511" y="7081"/>
                  <a:pt x="164511" y="7809"/>
                </a:cubicBezTo>
                <a:cubicBezTo>
                  <a:pt x="164511" y="8618"/>
                  <a:pt x="164005" y="9326"/>
                  <a:pt x="163297" y="9630"/>
                </a:cubicBezTo>
                <a:cubicBezTo>
                  <a:pt x="163237" y="9650"/>
                  <a:pt x="163176" y="9670"/>
                  <a:pt x="163115" y="9690"/>
                </a:cubicBezTo>
                <a:cubicBezTo>
                  <a:pt x="162994" y="9731"/>
                  <a:pt x="162872" y="9751"/>
                  <a:pt x="162731" y="9771"/>
                </a:cubicBezTo>
                <a:lnTo>
                  <a:pt x="162326" y="9771"/>
                </a:lnTo>
                <a:cubicBezTo>
                  <a:pt x="162205" y="9751"/>
                  <a:pt x="162083" y="9731"/>
                  <a:pt x="161962" y="9690"/>
                </a:cubicBezTo>
                <a:cubicBezTo>
                  <a:pt x="161881" y="9670"/>
                  <a:pt x="161820" y="9650"/>
                  <a:pt x="161780" y="9630"/>
                </a:cubicBezTo>
                <a:cubicBezTo>
                  <a:pt x="161072" y="9326"/>
                  <a:pt x="160566" y="8618"/>
                  <a:pt x="160566" y="7809"/>
                </a:cubicBezTo>
                <a:cubicBezTo>
                  <a:pt x="160566" y="7566"/>
                  <a:pt x="160627" y="7323"/>
                  <a:pt x="160708" y="7101"/>
                </a:cubicBezTo>
                <a:cubicBezTo>
                  <a:pt x="160789" y="6878"/>
                  <a:pt x="160930" y="6676"/>
                  <a:pt x="161092" y="6494"/>
                </a:cubicBezTo>
                <a:lnTo>
                  <a:pt x="162953" y="4491"/>
                </a:lnTo>
                <a:lnTo>
                  <a:pt x="163459" y="2832"/>
                </a:lnTo>
                <a:lnTo>
                  <a:pt x="160425" y="1437"/>
                </a:lnTo>
                <a:lnTo>
                  <a:pt x="159959" y="2832"/>
                </a:lnTo>
                <a:lnTo>
                  <a:pt x="159959" y="2853"/>
                </a:lnTo>
                <a:lnTo>
                  <a:pt x="156197" y="2853"/>
                </a:lnTo>
                <a:lnTo>
                  <a:pt x="156197" y="3318"/>
                </a:lnTo>
                <a:lnTo>
                  <a:pt x="155408" y="3702"/>
                </a:lnTo>
                <a:lnTo>
                  <a:pt x="155023" y="4633"/>
                </a:lnTo>
                <a:lnTo>
                  <a:pt x="156197" y="5685"/>
                </a:lnTo>
                <a:lnTo>
                  <a:pt x="156197" y="5988"/>
                </a:lnTo>
                <a:cubicBezTo>
                  <a:pt x="156277" y="6029"/>
                  <a:pt x="156358" y="6069"/>
                  <a:pt x="156460" y="6130"/>
                </a:cubicBezTo>
                <a:cubicBezTo>
                  <a:pt x="156621" y="6231"/>
                  <a:pt x="156763" y="6352"/>
                  <a:pt x="156884" y="6474"/>
                </a:cubicBezTo>
                <a:cubicBezTo>
                  <a:pt x="157208" y="6838"/>
                  <a:pt x="157410" y="7303"/>
                  <a:pt x="157410" y="7809"/>
                </a:cubicBezTo>
                <a:cubicBezTo>
                  <a:pt x="157410" y="8901"/>
                  <a:pt x="156520" y="9771"/>
                  <a:pt x="155448" y="9771"/>
                </a:cubicBezTo>
                <a:cubicBezTo>
                  <a:pt x="155306" y="9771"/>
                  <a:pt x="155165" y="9771"/>
                  <a:pt x="155043" y="9731"/>
                </a:cubicBezTo>
                <a:cubicBezTo>
                  <a:pt x="154598" y="9650"/>
                  <a:pt x="154214" y="9407"/>
                  <a:pt x="153931" y="9063"/>
                </a:cubicBezTo>
                <a:cubicBezTo>
                  <a:pt x="153890" y="9023"/>
                  <a:pt x="153850" y="8962"/>
                  <a:pt x="153809" y="8922"/>
                </a:cubicBezTo>
                <a:cubicBezTo>
                  <a:pt x="153749" y="8800"/>
                  <a:pt x="153688" y="8699"/>
                  <a:pt x="153627" y="8578"/>
                </a:cubicBezTo>
                <a:cubicBezTo>
                  <a:pt x="153526" y="8335"/>
                  <a:pt x="153465" y="8092"/>
                  <a:pt x="153465" y="7809"/>
                </a:cubicBezTo>
                <a:cubicBezTo>
                  <a:pt x="153465" y="7728"/>
                  <a:pt x="153486" y="7627"/>
                  <a:pt x="153486" y="7546"/>
                </a:cubicBezTo>
                <a:cubicBezTo>
                  <a:pt x="153546" y="7182"/>
                  <a:pt x="153688" y="6858"/>
                  <a:pt x="153911" y="6595"/>
                </a:cubicBezTo>
                <a:cubicBezTo>
                  <a:pt x="154072" y="6393"/>
                  <a:pt x="154254" y="6231"/>
                  <a:pt x="154497" y="6110"/>
                </a:cubicBezTo>
                <a:lnTo>
                  <a:pt x="153991" y="6029"/>
                </a:lnTo>
                <a:lnTo>
                  <a:pt x="154052" y="5685"/>
                </a:lnTo>
                <a:lnTo>
                  <a:pt x="154740" y="5685"/>
                </a:lnTo>
                <a:lnTo>
                  <a:pt x="154740" y="4997"/>
                </a:lnTo>
                <a:lnTo>
                  <a:pt x="153122" y="1194"/>
                </a:lnTo>
                <a:lnTo>
                  <a:pt x="152009" y="2853"/>
                </a:lnTo>
                <a:lnTo>
                  <a:pt x="148590" y="2853"/>
                </a:lnTo>
                <a:lnTo>
                  <a:pt x="148266" y="3075"/>
                </a:lnTo>
                <a:lnTo>
                  <a:pt x="148732" y="4006"/>
                </a:lnTo>
                <a:lnTo>
                  <a:pt x="148732" y="4896"/>
                </a:lnTo>
                <a:lnTo>
                  <a:pt x="148266" y="5523"/>
                </a:lnTo>
                <a:lnTo>
                  <a:pt x="148266" y="5826"/>
                </a:lnTo>
                <a:lnTo>
                  <a:pt x="148327" y="5847"/>
                </a:lnTo>
                <a:lnTo>
                  <a:pt x="148347" y="5847"/>
                </a:lnTo>
                <a:cubicBezTo>
                  <a:pt x="148489" y="5847"/>
                  <a:pt x="148610" y="5867"/>
                  <a:pt x="148752" y="5887"/>
                </a:cubicBezTo>
                <a:cubicBezTo>
                  <a:pt x="148813" y="5907"/>
                  <a:pt x="148873" y="5907"/>
                  <a:pt x="148934" y="5928"/>
                </a:cubicBezTo>
                <a:cubicBezTo>
                  <a:pt x="149055" y="5968"/>
                  <a:pt x="149177" y="6029"/>
                  <a:pt x="149278" y="6089"/>
                </a:cubicBezTo>
                <a:cubicBezTo>
                  <a:pt x="149905" y="6413"/>
                  <a:pt x="150310" y="7060"/>
                  <a:pt x="150310" y="7809"/>
                </a:cubicBezTo>
                <a:cubicBezTo>
                  <a:pt x="150310" y="8557"/>
                  <a:pt x="149905" y="9205"/>
                  <a:pt x="149278" y="9549"/>
                </a:cubicBezTo>
                <a:cubicBezTo>
                  <a:pt x="149177" y="9609"/>
                  <a:pt x="149055" y="9650"/>
                  <a:pt x="148934" y="9690"/>
                </a:cubicBezTo>
                <a:cubicBezTo>
                  <a:pt x="148873" y="9710"/>
                  <a:pt x="148813" y="9731"/>
                  <a:pt x="148752" y="9731"/>
                </a:cubicBezTo>
                <a:cubicBezTo>
                  <a:pt x="148610" y="9771"/>
                  <a:pt x="148489" y="9771"/>
                  <a:pt x="148347" y="9771"/>
                </a:cubicBezTo>
                <a:cubicBezTo>
                  <a:pt x="148145" y="9771"/>
                  <a:pt x="147943" y="9751"/>
                  <a:pt x="147761" y="9690"/>
                </a:cubicBezTo>
                <a:cubicBezTo>
                  <a:pt x="146951" y="9447"/>
                  <a:pt x="146385" y="8699"/>
                  <a:pt x="146385" y="7809"/>
                </a:cubicBezTo>
                <a:cubicBezTo>
                  <a:pt x="146385" y="7566"/>
                  <a:pt x="146425" y="7323"/>
                  <a:pt x="146506" y="7101"/>
                </a:cubicBezTo>
                <a:cubicBezTo>
                  <a:pt x="146607" y="6878"/>
                  <a:pt x="146729" y="6696"/>
                  <a:pt x="146870" y="6514"/>
                </a:cubicBezTo>
                <a:lnTo>
                  <a:pt x="146830" y="6514"/>
                </a:lnTo>
                <a:lnTo>
                  <a:pt x="146911" y="6494"/>
                </a:lnTo>
                <a:cubicBezTo>
                  <a:pt x="146972" y="6413"/>
                  <a:pt x="147053" y="6332"/>
                  <a:pt x="147154" y="6271"/>
                </a:cubicBezTo>
                <a:cubicBezTo>
                  <a:pt x="147235" y="6191"/>
                  <a:pt x="147336" y="6130"/>
                  <a:pt x="147417" y="6089"/>
                </a:cubicBezTo>
                <a:lnTo>
                  <a:pt x="147053" y="5300"/>
                </a:lnTo>
                <a:lnTo>
                  <a:pt x="146324" y="5159"/>
                </a:lnTo>
                <a:lnTo>
                  <a:pt x="146324" y="3298"/>
                </a:lnTo>
                <a:lnTo>
                  <a:pt x="145778" y="2853"/>
                </a:lnTo>
                <a:lnTo>
                  <a:pt x="143027" y="2853"/>
                </a:lnTo>
                <a:lnTo>
                  <a:pt x="143027" y="4006"/>
                </a:lnTo>
                <a:lnTo>
                  <a:pt x="142238" y="4006"/>
                </a:lnTo>
                <a:lnTo>
                  <a:pt x="142238" y="4511"/>
                </a:lnTo>
                <a:lnTo>
                  <a:pt x="142642" y="5037"/>
                </a:lnTo>
                <a:lnTo>
                  <a:pt x="142521" y="5786"/>
                </a:lnTo>
                <a:lnTo>
                  <a:pt x="142076" y="6029"/>
                </a:lnTo>
                <a:cubicBezTo>
                  <a:pt x="142319" y="6150"/>
                  <a:pt x="142541" y="6312"/>
                  <a:pt x="142723" y="6514"/>
                </a:cubicBezTo>
                <a:cubicBezTo>
                  <a:pt x="143027" y="6858"/>
                  <a:pt x="143229" y="7323"/>
                  <a:pt x="143229" y="7809"/>
                </a:cubicBezTo>
                <a:cubicBezTo>
                  <a:pt x="143229" y="8901"/>
                  <a:pt x="142339" y="9771"/>
                  <a:pt x="141246" y="9771"/>
                </a:cubicBezTo>
                <a:cubicBezTo>
                  <a:pt x="140174" y="9771"/>
                  <a:pt x="139284" y="8901"/>
                  <a:pt x="139284" y="7809"/>
                </a:cubicBezTo>
                <a:cubicBezTo>
                  <a:pt x="139284" y="6878"/>
                  <a:pt x="139932" y="6110"/>
                  <a:pt x="140801" y="5907"/>
                </a:cubicBezTo>
                <a:lnTo>
                  <a:pt x="140275" y="5078"/>
                </a:lnTo>
                <a:lnTo>
                  <a:pt x="140842" y="3824"/>
                </a:lnTo>
                <a:lnTo>
                  <a:pt x="140801" y="2853"/>
                </a:lnTo>
                <a:lnTo>
                  <a:pt x="133438" y="2853"/>
                </a:lnTo>
                <a:lnTo>
                  <a:pt x="133438" y="3601"/>
                </a:lnTo>
                <a:lnTo>
                  <a:pt x="134287" y="4350"/>
                </a:lnTo>
                <a:lnTo>
                  <a:pt x="134287" y="5240"/>
                </a:lnTo>
                <a:lnTo>
                  <a:pt x="134834" y="5968"/>
                </a:lnTo>
                <a:cubicBezTo>
                  <a:pt x="135097" y="6069"/>
                  <a:pt x="135319" y="6211"/>
                  <a:pt x="135521" y="6393"/>
                </a:cubicBezTo>
                <a:cubicBezTo>
                  <a:pt x="135724" y="6595"/>
                  <a:pt x="135886" y="6818"/>
                  <a:pt x="135987" y="7081"/>
                </a:cubicBezTo>
                <a:cubicBezTo>
                  <a:pt x="136088" y="7323"/>
                  <a:pt x="136149" y="7586"/>
                  <a:pt x="136149" y="7849"/>
                </a:cubicBezTo>
                <a:cubicBezTo>
                  <a:pt x="136149" y="8274"/>
                  <a:pt x="136027" y="8638"/>
                  <a:pt x="135805" y="8962"/>
                </a:cubicBezTo>
                <a:cubicBezTo>
                  <a:pt x="135461" y="9488"/>
                  <a:pt x="134854" y="9832"/>
                  <a:pt x="134186" y="9832"/>
                </a:cubicBezTo>
                <a:cubicBezTo>
                  <a:pt x="134065" y="9832"/>
                  <a:pt x="133964" y="9812"/>
                  <a:pt x="133883" y="9812"/>
                </a:cubicBezTo>
                <a:cubicBezTo>
                  <a:pt x="133680" y="9771"/>
                  <a:pt x="133498" y="9710"/>
                  <a:pt x="133316" y="9630"/>
                </a:cubicBezTo>
                <a:cubicBezTo>
                  <a:pt x="133053" y="9508"/>
                  <a:pt x="132831" y="9326"/>
                  <a:pt x="132649" y="9083"/>
                </a:cubicBezTo>
                <a:cubicBezTo>
                  <a:pt x="132527" y="8942"/>
                  <a:pt x="132426" y="8780"/>
                  <a:pt x="132365" y="8598"/>
                </a:cubicBezTo>
                <a:cubicBezTo>
                  <a:pt x="132325" y="8537"/>
                  <a:pt x="132305" y="8476"/>
                  <a:pt x="132285" y="8416"/>
                </a:cubicBezTo>
                <a:cubicBezTo>
                  <a:pt x="132224" y="8213"/>
                  <a:pt x="132183" y="8031"/>
                  <a:pt x="132183" y="7809"/>
                </a:cubicBezTo>
                <a:cubicBezTo>
                  <a:pt x="132183" y="7242"/>
                  <a:pt x="132446" y="6716"/>
                  <a:pt x="132831" y="6373"/>
                </a:cubicBezTo>
                <a:lnTo>
                  <a:pt x="132790" y="6373"/>
                </a:lnTo>
                <a:lnTo>
                  <a:pt x="132831" y="6110"/>
                </a:lnTo>
                <a:lnTo>
                  <a:pt x="132123" y="5685"/>
                </a:lnTo>
                <a:lnTo>
                  <a:pt x="132123" y="4815"/>
                </a:lnTo>
                <a:lnTo>
                  <a:pt x="132365" y="4350"/>
                </a:lnTo>
                <a:lnTo>
                  <a:pt x="132527" y="2853"/>
                </a:lnTo>
                <a:lnTo>
                  <a:pt x="129412" y="2853"/>
                </a:lnTo>
                <a:lnTo>
                  <a:pt x="128279" y="4006"/>
                </a:lnTo>
                <a:lnTo>
                  <a:pt x="128279" y="6110"/>
                </a:lnTo>
                <a:lnTo>
                  <a:pt x="128036" y="6150"/>
                </a:lnTo>
                <a:cubicBezTo>
                  <a:pt x="128643" y="6474"/>
                  <a:pt x="129048" y="7121"/>
                  <a:pt x="129048" y="7849"/>
                </a:cubicBezTo>
                <a:cubicBezTo>
                  <a:pt x="129048" y="8679"/>
                  <a:pt x="128562" y="9367"/>
                  <a:pt x="127854" y="9670"/>
                </a:cubicBezTo>
                <a:cubicBezTo>
                  <a:pt x="127793" y="9690"/>
                  <a:pt x="127733" y="9710"/>
                  <a:pt x="127672" y="9731"/>
                </a:cubicBezTo>
                <a:cubicBezTo>
                  <a:pt x="127551" y="9771"/>
                  <a:pt x="127409" y="9812"/>
                  <a:pt x="127288" y="9812"/>
                </a:cubicBezTo>
                <a:cubicBezTo>
                  <a:pt x="127227" y="9832"/>
                  <a:pt x="127146" y="9832"/>
                  <a:pt x="127085" y="9832"/>
                </a:cubicBezTo>
                <a:cubicBezTo>
                  <a:pt x="127025" y="9832"/>
                  <a:pt x="126944" y="9832"/>
                  <a:pt x="126883" y="9812"/>
                </a:cubicBezTo>
                <a:cubicBezTo>
                  <a:pt x="126742" y="9812"/>
                  <a:pt x="126620" y="9771"/>
                  <a:pt x="126499" y="9731"/>
                </a:cubicBezTo>
                <a:cubicBezTo>
                  <a:pt x="126438" y="9710"/>
                  <a:pt x="126377" y="9690"/>
                  <a:pt x="126317" y="9670"/>
                </a:cubicBezTo>
                <a:cubicBezTo>
                  <a:pt x="125609" y="9367"/>
                  <a:pt x="125123" y="8679"/>
                  <a:pt x="125123" y="7849"/>
                </a:cubicBezTo>
                <a:cubicBezTo>
                  <a:pt x="125123" y="7607"/>
                  <a:pt x="125164" y="7364"/>
                  <a:pt x="125244" y="7141"/>
                </a:cubicBezTo>
                <a:cubicBezTo>
                  <a:pt x="125346" y="6919"/>
                  <a:pt x="125467" y="6716"/>
                  <a:pt x="125629" y="6534"/>
                </a:cubicBezTo>
                <a:lnTo>
                  <a:pt x="126580" y="5847"/>
                </a:lnTo>
                <a:lnTo>
                  <a:pt x="126418" y="1902"/>
                </a:lnTo>
                <a:cubicBezTo>
                  <a:pt x="126418" y="1902"/>
                  <a:pt x="126276" y="2387"/>
                  <a:pt x="125770" y="2630"/>
                </a:cubicBezTo>
                <a:cubicBezTo>
                  <a:pt x="125325" y="2818"/>
                  <a:pt x="125098" y="2833"/>
                  <a:pt x="125038" y="2833"/>
                </a:cubicBezTo>
                <a:cubicBezTo>
                  <a:pt x="125027" y="2833"/>
                  <a:pt x="125022" y="2832"/>
                  <a:pt x="125022" y="2832"/>
                </a:cubicBezTo>
                <a:lnTo>
                  <a:pt x="125022" y="2853"/>
                </a:lnTo>
                <a:lnTo>
                  <a:pt x="120733" y="2853"/>
                </a:lnTo>
                <a:lnTo>
                  <a:pt x="120025" y="0"/>
                </a:lnTo>
                <a:lnTo>
                  <a:pt x="118123" y="1619"/>
                </a:lnTo>
                <a:lnTo>
                  <a:pt x="120733" y="3358"/>
                </a:lnTo>
                <a:lnTo>
                  <a:pt x="119944" y="3743"/>
                </a:lnTo>
                <a:lnTo>
                  <a:pt x="119580" y="4673"/>
                </a:lnTo>
                <a:lnTo>
                  <a:pt x="120733" y="5725"/>
                </a:lnTo>
                <a:lnTo>
                  <a:pt x="120733" y="6049"/>
                </a:lnTo>
                <a:cubicBezTo>
                  <a:pt x="120834" y="6069"/>
                  <a:pt x="120915" y="6130"/>
                  <a:pt x="120996" y="6170"/>
                </a:cubicBezTo>
                <a:cubicBezTo>
                  <a:pt x="121158" y="6271"/>
                  <a:pt x="121300" y="6393"/>
                  <a:pt x="121441" y="6534"/>
                </a:cubicBezTo>
                <a:cubicBezTo>
                  <a:pt x="121765" y="6878"/>
                  <a:pt x="121947" y="7344"/>
                  <a:pt x="121947" y="7849"/>
                </a:cubicBezTo>
                <a:cubicBezTo>
                  <a:pt x="121947" y="8335"/>
                  <a:pt x="121785" y="8780"/>
                  <a:pt x="121502" y="9104"/>
                </a:cubicBezTo>
                <a:cubicBezTo>
                  <a:pt x="121421" y="9205"/>
                  <a:pt x="121340" y="9306"/>
                  <a:pt x="121239" y="9387"/>
                </a:cubicBezTo>
                <a:cubicBezTo>
                  <a:pt x="121198" y="9407"/>
                  <a:pt x="121138" y="9447"/>
                  <a:pt x="121097" y="9488"/>
                </a:cubicBezTo>
                <a:cubicBezTo>
                  <a:pt x="120976" y="9569"/>
                  <a:pt x="120875" y="9630"/>
                  <a:pt x="120753" y="9670"/>
                </a:cubicBezTo>
                <a:cubicBezTo>
                  <a:pt x="120693" y="9690"/>
                  <a:pt x="120632" y="9710"/>
                  <a:pt x="120571" y="9731"/>
                </a:cubicBezTo>
                <a:cubicBezTo>
                  <a:pt x="120450" y="9771"/>
                  <a:pt x="120329" y="9812"/>
                  <a:pt x="120187" y="9812"/>
                </a:cubicBezTo>
                <a:cubicBezTo>
                  <a:pt x="120126" y="9832"/>
                  <a:pt x="120066" y="9832"/>
                  <a:pt x="119985" y="9832"/>
                </a:cubicBezTo>
                <a:cubicBezTo>
                  <a:pt x="119580" y="9832"/>
                  <a:pt x="119196" y="9710"/>
                  <a:pt x="118892" y="9488"/>
                </a:cubicBezTo>
                <a:cubicBezTo>
                  <a:pt x="118366" y="9144"/>
                  <a:pt x="118022" y="8537"/>
                  <a:pt x="118022" y="7849"/>
                </a:cubicBezTo>
                <a:cubicBezTo>
                  <a:pt x="118022" y="7222"/>
                  <a:pt x="118326" y="6636"/>
                  <a:pt x="118811" y="6292"/>
                </a:cubicBezTo>
                <a:cubicBezTo>
                  <a:pt x="118892" y="6231"/>
                  <a:pt x="118953" y="6191"/>
                  <a:pt x="119034" y="6150"/>
                </a:cubicBezTo>
                <a:lnTo>
                  <a:pt x="118548" y="6069"/>
                </a:lnTo>
                <a:lnTo>
                  <a:pt x="118589" y="5725"/>
                </a:lnTo>
                <a:lnTo>
                  <a:pt x="119297" y="5725"/>
                </a:lnTo>
                <a:lnTo>
                  <a:pt x="119297" y="5037"/>
                </a:lnTo>
                <a:lnTo>
                  <a:pt x="116505" y="2853"/>
                </a:lnTo>
                <a:lnTo>
                  <a:pt x="113208" y="2853"/>
                </a:lnTo>
                <a:lnTo>
                  <a:pt x="112823" y="3116"/>
                </a:lnTo>
                <a:lnTo>
                  <a:pt x="113288" y="4046"/>
                </a:lnTo>
                <a:lnTo>
                  <a:pt x="113288" y="4936"/>
                </a:lnTo>
                <a:lnTo>
                  <a:pt x="112823" y="5563"/>
                </a:lnTo>
                <a:lnTo>
                  <a:pt x="112823" y="5867"/>
                </a:lnTo>
                <a:lnTo>
                  <a:pt x="112884" y="5887"/>
                </a:lnTo>
                <a:cubicBezTo>
                  <a:pt x="113976" y="5887"/>
                  <a:pt x="114866" y="6777"/>
                  <a:pt x="114866" y="7849"/>
                </a:cubicBezTo>
                <a:cubicBezTo>
                  <a:pt x="114866" y="8942"/>
                  <a:pt x="113976" y="9832"/>
                  <a:pt x="112884" y="9832"/>
                </a:cubicBezTo>
                <a:cubicBezTo>
                  <a:pt x="111812" y="9832"/>
                  <a:pt x="110922" y="8942"/>
                  <a:pt x="110922" y="7849"/>
                </a:cubicBezTo>
                <a:cubicBezTo>
                  <a:pt x="110922" y="7485"/>
                  <a:pt x="111023" y="7141"/>
                  <a:pt x="111225" y="6838"/>
                </a:cubicBezTo>
                <a:cubicBezTo>
                  <a:pt x="111286" y="6737"/>
                  <a:pt x="111346" y="6656"/>
                  <a:pt x="111427" y="6555"/>
                </a:cubicBezTo>
                <a:lnTo>
                  <a:pt x="111427" y="6555"/>
                </a:lnTo>
                <a:lnTo>
                  <a:pt x="111367" y="6575"/>
                </a:lnTo>
                <a:lnTo>
                  <a:pt x="111367" y="6575"/>
                </a:lnTo>
                <a:lnTo>
                  <a:pt x="111448" y="6534"/>
                </a:lnTo>
                <a:cubicBezTo>
                  <a:pt x="111589" y="6373"/>
                  <a:pt x="111771" y="6231"/>
                  <a:pt x="111974" y="6130"/>
                </a:cubicBezTo>
                <a:lnTo>
                  <a:pt x="111609" y="5361"/>
                </a:lnTo>
                <a:lnTo>
                  <a:pt x="110861" y="5219"/>
                </a:lnTo>
                <a:lnTo>
                  <a:pt x="110861" y="3338"/>
                </a:lnTo>
                <a:lnTo>
                  <a:pt x="110274" y="2853"/>
                </a:lnTo>
                <a:lnTo>
                  <a:pt x="107584" y="2853"/>
                </a:lnTo>
                <a:lnTo>
                  <a:pt x="107584" y="4107"/>
                </a:lnTo>
                <a:lnTo>
                  <a:pt x="106795" y="4107"/>
                </a:lnTo>
                <a:lnTo>
                  <a:pt x="106795" y="4633"/>
                </a:lnTo>
                <a:lnTo>
                  <a:pt x="107179" y="5139"/>
                </a:lnTo>
                <a:lnTo>
                  <a:pt x="106613" y="6130"/>
                </a:lnTo>
                <a:cubicBezTo>
                  <a:pt x="107118" y="6352"/>
                  <a:pt x="107523" y="6797"/>
                  <a:pt x="107685" y="7344"/>
                </a:cubicBezTo>
                <a:cubicBezTo>
                  <a:pt x="107745" y="7526"/>
                  <a:pt x="107766" y="7708"/>
                  <a:pt x="107766" y="7910"/>
                </a:cubicBezTo>
                <a:cubicBezTo>
                  <a:pt x="107766" y="8112"/>
                  <a:pt x="107725" y="8315"/>
                  <a:pt x="107685" y="8497"/>
                </a:cubicBezTo>
                <a:cubicBezTo>
                  <a:pt x="107644" y="8618"/>
                  <a:pt x="107584" y="8739"/>
                  <a:pt x="107523" y="8861"/>
                </a:cubicBezTo>
                <a:cubicBezTo>
                  <a:pt x="107402" y="9083"/>
                  <a:pt x="107240" y="9265"/>
                  <a:pt x="107058" y="9427"/>
                </a:cubicBezTo>
                <a:cubicBezTo>
                  <a:pt x="106714" y="9710"/>
                  <a:pt x="106269" y="9893"/>
                  <a:pt x="105803" y="9893"/>
                </a:cubicBezTo>
                <a:cubicBezTo>
                  <a:pt x="105601" y="9893"/>
                  <a:pt x="105399" y="9852"/>
                  <a:pt x="105217" y="9791"/>
                </a:cubicBezTo>
                <a:cubicBezTo>
                  <a:pt x="104407" y="9549"/>
                  <a:pt x="103821" y="8800"/>
                  <a:pt x="103821" y="7910"/>
                </a:cubicBezTo>
                <a:cubicBezTo>
                  <a:pt x="103821" y="6979"/>
                  <a:pt x="104468" y="6211"/>
                  <a:pt x="105338" y="6008"/>
                </a:cubicBezTo>
                <a:lnTo>
                  <a:pt x="104832" y="5179"/>
                </a:lnTo>
                <a:lnTo>
                  <a:pt x="105379" y="3925"/>
                </a:lnTo>
                <a:lnTo>
                  <a:pt x="105338" y="2853"/>
                </a:lnTo>
                <a:lnTo>
                  <a:pt x="104711" y="1902"/>
                </a:lnTo>
                <a:lnTo>
                  <a:pt x="102890" y="2327"/>
                </a:lnTo>
                <a:lnTo>
                  <a:pt x="103720" y="2853"/>
                </a:lnTo>
                <a:lnTo>
                  <a:pt x="99087" y="2853"/>
                </a:lnTo>
                <a:lnTo>
                  <a:pt x="98622" y="3176"/>
                </a:lnTo>
                <a:lnTo>
                  <a:pt x="99087" y="4107"/>
                </a:lnTo>
                <a:lnTo>
                  <a:pt x="99087" y="4997"/>
                </a:lnTo>
                <a:lnTo>
                  <a:pt x="98622" y="5624"/>
                </a:lnTo>
                <a:lnTo>
                  <a:pt x="98622" y="5928"/>
                </a:lnTo>
                <a:lnTo>
                  <a:pt x="98682" y="5948"/>
                </a:lnTo>
                <a:lnTo>
                  <a:pt x="98703" y="5948"/>
                </a:lnTo>
                <a:cubicBezTo>
                  <a:pt x="98905" y="5948"/>
                  <a:pt x="99107" y="5988"/>
                  <a:pt x="99289" y="6029"/>
                </a:cubicBezTo>
                <a:cubicBezTo>
                  <a:pt x="100098" y="6292"/>
                  <a:pt x="100665" y="7040"/>
                  <a:pt x="100665" y="7910"/>
                </a:cubicBezTo>
                <a:cubicBezTo>
                  <a:pt x="100665" y="8800"/>
                  <a:pt x="100098" y="9549"/>
                  <a:pt x="99289" y="9791"/>
                </a:cubicBezTo>
                <a:cubicBezTo>
                  <a:pt x="99107" y="9852"/>
                  <a:pt x="98905" y="9893"/>
                  <a:pt x="98703" y="9893"/>
                </a:cubicBezTo>
                <a:cubicBezTo>
                  <a:pt x="98561" y="9893"/>
                  <a:pt x="98440" y="9872"/>
                  <a:pt x="98298" y="9852"/>
                </a:cubicBezTo>
                <a:cubicBezTo>
                  <a:pt x="97408" y="9650"/>
                  <a:pt x="96740" y="8861"/>
                  <a:pt x="96740" y="7910"/>
                </a:cubicBezTo>
                <a:cubicBezTo>
                  <a:pt x="96740" y="7789"/>
                  <a:pt x="96740" y="7667"/>
                  <a:pt x="96761" y="7546"/>
                </a:cubicBezTo>
                <a:cubicBezTo>
                  <a:pt x="96841" y="7202"/>
                  <a:pt x="97003" y="6878"/>
                  <a:pt x="97226" y="6615"/>
                </a:cubicBezTo>
                <a:lnTo>
                  <a:pt x="97185" y="6615"/>
                </a:lnTo>
                <a:lnTo>
                  <a:pt x="97266" y="6595"/>
                </a:lnTo>
                <a:cubicBezTo>
                  <a:pt x="97408" y="6433"/>
                  <a:pt x="97590" y="6292"/>
                  <a:pt x="97772" y="6191"/>
                </a:cubicBezTo>
                <a:lnTo>
                  <a:pt x="97408" y="5402"/>
                </a:lnTo>
                <a:lnTo>
                  <a:pt x="96680" y="5280"/>
                </a:lnTo>
                <a:lnTo>
                  <a:pt x="96680" y="3399"/>
                </a:lnTo>
                <a:lnTo>
                  <a:pt x="95486" y="1801"/>
                </a:lnTo>
                <a:lnTo>
                  <a:pt x="94960" y="2853"/>
                </a:lnTo>
                <a:lnTo>
                  <a:pt x="90267" y="2853"/>
                </a:lnTo>
                <a:lnTo>
                  <a:pt x="89356" y="749"/>
                </a:lnTo>
                <a:lnTo>
                  <a:pt x="88668" y="2428"/>
                </a:lnTo>
                <a:lnTo>
                  <a:pt x="90408" y="4896"/>
                </a:lnTo>
                <a:lnTo>
                  <a:pt x="89943" y="5826"/>
                </a:lnTo>
                <a:lnTo>
                  <a:pt x="90004" y="5847"/>
                </a:lnTo>
                <a:lnTo>
                  <a:pt x="90024" y="5847"/>
                </a:lnTo>
                <a:cubicBezTo>
                  <a:pt x="91096" y="5847"/>
                  <a:pt x="91986" y="6716"/>
                  <a:pt x="91986" y="7809"/>
                </a:cubicBezTo>
                <a:cubicBezTo>
                  <a:pt x="91986" y="8901"/>
                  <a:pt x="91096" y="9771"/>
                  <a:pt x="90024" y="9771"/>
                </a:cubicBezTo>
                <a:cubicBezTo>
                  <a:pt x="88931" y="9771"/>
                  <a:pt x="88041" y="8901"/>
                  <a:pt x="88041" y="7809"/>
                </a:cubicBezTo>
                <a:cubicBezTo>
                  <a:pt x="88041" y="7303"/>
                  <a:pt x="88244" y="6858"/>
                  <a:pt x="88547" y="6514"/>
                </a:cubicBezTo>
                <a:lnTo>
                  <a:pt x="88507" y="6514"/>
                </a:lnTo>
                <a:lnTo>
                  <a:pt x="88567" y="6494"/>
                </a:lnTo>
                <a:cubicBezTo>
                  <a:pt x="88729" y="6332"/>
                  <a:pt x="88891" y="6191"/>
                  <a:pt x="89093" y="6089"/>
                </a:cubicBezTo>
                <a:lnTo>
                  <a:pt x="88729" y="5300"/>
                </a:lnTo>
                <a:lnTo>
                  <a:pt x="87981" y="5159"/>
                </a:lnTo>
                <a:lnTo>
                  <a:pt x="87981" y="3298"/>
                </a:lnTo>
                <a:lnTo>
                  <a:pt x="87455" y="2853"/>
                </a:lnTo>
                <a:lnTo>
                  <a:pt x="84703" y="2853"/>
                </a:lnTo>
                <a:lnTo>
                  <a:pt x="84703" y="4006"/>
                </a:lnTo>
                <a:lnTo>
                  <a:pt x="83914" y="4006"/>
                </a:lnTo>
                <a:lnTo>
                  <a:pt x="83914" y="4511"/>
                </a:lnTo>
                <a:lnTo>
                  <a:pt x="84299" y="5037"/>
                </a:lnTo>
                <a:lnTo>
                  <a:pt x="83914" y="5442"/>
                </a:lnTo>
                <a:lnTo>
                  <a:pt x="84885" y="5847"/>
                </a:lnTo>
                <a:lnTo>
                  <a:pt x="83732" y="6029"/>
                </a:lnTo>
                <a:cubicBezTo>
                  <a:pt x="84420" y="6332"/>
                  <a:pt x="84885" y="7020"/>
                  <a:pt x="84885" y="7809"/>
                </a:cubicBezTo>
                <a:cubicBezTo>
                  <a:pt x="84885" y="8901"/>
                  <a:pt x="84016" y="9771"/>
                  <a:pt x="82923" y="9771"/>
                </a:cubicBezTo>
                <a:cubicBezTo>
                  <a:pt x="81831" y="9771"/>
                  <a:pt x="80961" y="8901"/>
                  <a:pt x="80961" y="7809"/>
                </a:cubicBezTo>
                <a:cubicBezTo>
                  <a:pt x="80961" y="6878"/>
                  <a:pt x="81608" y="6110"/>
                  <a:pt x="82458" y="5907"/>
                </a:cubicBezTo>
                <a:lnTo>
                  <a:pt x="81952" y="5078"/>
                </a:lnTo>
                <a:lnTo>
                  <a:pt x="82519" y="3824"/>
                </a:lnTo>
                <a:lnTo>
                  <a:pt x="82478" y="2853"/>
                </a:lnTo>
                <a:lnTo>
                  <a:pt x="78695" y="2853"/>
                </a:lnTo>
                <a:lnTo>
                  <a:pt x="77259" y="1437"/>
                </a:lnTo>
                <a:lnTo>
                  <a:pt x="76955" y="2145"/>
                </a:lnTo>
                <a:lnTo>
                  <a:pt x="76207" y="2145"/>
                </a:lnTo>
                <a:lnTo>
                  <a:pt x="74710" y="4248"/>
                </a:lnTo>
                <a:lnTo>
                  <a:pt x="76126" y="5867"/>
                </a:lnTo>
                <a:lnTo>
                  <a:pt x="76106" y="5867"/>
                </a:lnTo>
                <a:cubicBezTo>
                  <a:pt x="77056" y="6008"/>
                  <a:pt x="77805" y="6818"/>
                  <a:pt x="77805" y="7809"/>
                </a:cubicBezTo>
                <a:cubicBezTo>
                  <a:pt x="77805" y="8901"/>
                  <a:pt x="76915" y="9771"/>
                  <a:pt x="75822" y="9771"/>
                </a:cubicBezTo>
                <a:cubicBezTo>
                  <a:pt x="74750" y="9771"/>
                  <a:pt x="73860" y="8901"/>
                  <a:pt x="73860" y="7809"/>
                </a:cubicBezTo>
                <a:cubicBezTo>
                  <a:pt x="73860" y="7323"/>
                  <a:pt x="74042" y="6878"/>
                  <a:pt x="74346" y="6534"/>
                </a:cubicBezTo>
                <a:lnTo>
                  <a:pt x="74325" y="6534"/>
                </a:lnTo>
                <a:lnTo>
                  <a:pt x="74285" y="5644"/>
                </a:lnTo>
                <a:lnTo>
                  <a:pt x="73617" y="5442"/>
                </a:lnTo>
                <a:lnTo>
                  <a:pt x="73617" y="3864"/>
                </a:lnTo>
                <a:lnTo>
                  <a:pt x="74103" y="3864"/>
                </a:lnTo>
                <a:lnTo>
                  <a:pt x="74103" y="2853"/>
                </a:lnTo>
                <a:lnTo>
                  <a:pt x="71008" y="2853"/>
                </a:lnTo>
                <a:lnTo>
                  <a:pt x="69935" y="3945"/>
                </a:lnTo>
                <a:lnTo>
                  <a:pt x="69935" y="6049"/>
                </a:lnTo>
                <a:lnTo>
                  <a:pt x="69693" y="6110"/>
                </a:lnTo>
                <a:cubicBezTo>
                  <a:pt x="70279" y="6433"/>
                  <a:pt x="70704" y="7081"/>
                  <a:pt x="70704" y="7809"/>
                </a:cubicBezTo>
                <a:cubicBezTo>
                  <a:pt x="70704" y="8901"/>
                  <a:pt x="69814" y="9771"/>
                  <a:pt x="68742" y="9771"/>
                </a:cubicBezTo>
                <a:cubicBezTo>
                  <a:pt x="67649" y="9771"/>
                  <a:pt x="66759" y="8901"/>
                  <a:pt x="66759" y="7809"/>
                </a:cubicBezTo>
                <a:cubicBezTo>
                  <a:pt x="66759" y="7303"/>
                  <a:pt x="66962" y="6838"/>
                  <a:pt x="67285" y="6494"/>
                </a:cubicBezTo>
                <a:lnTo>
                  <a:pt x="69146" y="4491"/>
                </a:lnTo>
                <a:lnTo>
                  <a:pt x="69652" y="2832"/>
                </a:lnTo>
                <a:lnTo>
                  <a:pt x="66618" y="1437"/>
                </a:lnTo>
                <a:lnTo>
                  <a:pt x="66152" y="2832"/>
                </a:lnTo>
                <a:lnTo>
                  <a:pt x="66152" y="2853"/>
                </a:lnTo>
                <a:lnTo>
                  <a:pt x="62390" y="2853"/>
                </a:lnTo>
                <a:lnTo>
                  <a:pt x="62390" y="3318"/>
                </a:lnTo>
                <a:lnTo>
                  <a:pt x="61601" y="3702"/>
                </a:lnTo>
                <a:lnTo>
                  <a:pt x="61216" y="4633"/>
                </a:lnTo>
                <a:lnTo>
                  <a:pt x="62390" y="5685"/>
                </a:lnTo>
                <a:lnTo>
                  <a:pt x="62390" y="5988"/>
                </a:lnTo>
                <a:cubicBezTo>
                  <a:pt x="63098" y="6292"/>
                  <a:pt x="63603" y="7000"/>
                  <a:pt x="63603" y="7809"/>
                </a:cubicBezTo>
                <a:cubicBezTo>
                  <a:pt x="63603" y="8901"/>
                  <a:pt x="62734" y="9771"/>
                  <a:pt x="61641" y="9771"/>
                </a:cubicBezTo>
                <a:cubicBezTo>
                  <a:pt x="60549" y="9771"/>
                  <a:pt x="59679" y="8901"/>
                  <a:pt x="59679" y="7809"/>
                </a:cubicBezTo>
                <a:cubicBezTo>
                  <a:pt x="59679" y="7081"/>
                  <a:pt x="60083" y="6433"/>
                  <a:pt x="60690" y="6110"/>
                </a:cubicBezTo>
                <a:lnTo>
                  <a:pt x="60185" y="6029"/>
                </a:lnTo>
                <a:lnTo>
                  <a:pt x="60245" y="5685"/>
                </a:lnTo>
                <a:lnTo>
                  <a:pt x="60933" y="5685"/>
                </a:lnTo>
                <a:lnTo>
                  <a:pt x="60933" y="4997"/>
                </a:lnTo>
                <a:lnTo>
                  <a:pt x="59315" y="1194"/>
                </a:lnTo>
                <a:lnTo>
                  <a:pt x="58202" y="2853"/>
                </a:lnTo>
                <a:lnTo>
                  <a:pt x="54783" y="2853"/>
                </a:lnTo>
                <a:lnTo>
                  <a:pt x="54480" y="3075"/>
                </a:lnTo>
                <a:lnTo>
                  <a:pt x="54945" y="4006"/>
                </a:lnTo>
                <a:lnTo>
                  <a:pt x="54945" y="4896"/>
                </a:lnTo>
                <a:lnTo>
                  <a:pt x="54480" y="5523"/>
                </a:lnTo>
                <a:lnTo>
                  <a:pt x="54480" y="5826"/>
                </a:lnTo>
                <a:lnTo>
                  <a:pt x="54520" y="5847"/>
                </a:lnTo>
                <a:lnTo>
                  <a:pt x="54540" y="5847"/>
                </a:lnTo>
                <a:cubicBezTo>
                  <a:pt x="55633" y="5847"/>
                  <a:pt x="56503" y="6716"/>
                  <a:pt x="56503" y="7809"/>
                </a:cubicBezTo>
                <a:cubicBezTo>
                  <a:pt x="56503" y="8901"/>
                  <a:pt x="55633" y="9771"/>
                  <a:pt x="54540" y="9771"/>
                </a:cubicBezTo>
                <a:cubicBezTo>
                  <a:pt x="53448" y="9771"/>
                  <a:pt x="52578" y="8901"/>
                  <a:pt x="52578" y="7809"/>
                </a:cubicBezTo>
                <a:cubicBezTo>
                  <a:pt x="52578" y="7303"/>
                  <a:pt x="52760" y="6858"/>
                  <a:pt x="53084" y="6514"/>
                </a:cubicBezTo>
                <a:lnTo>
                  <a:pt x="53023" y="6514"/>
                </a:lnTo>
                <a:lnTo>
                  <a:pt x="53104" y="6494"/>
                </a:lnTo>
                <a:cubicBezTo>
                  <a:pt x="53246" y="6332"/>
                  <a:pt x="53428" y="6191"/>
                  <a:pt x="53610" y="6089"/>
                </a:cubicBezTo>
                <a:lnTo>
                  <a:pt x="53266" y="5300"/>
                </a:lnTo>
                <a:lnTo>
                  <a:pt x="52517" y="5159"/>
                </a:lnTo>
                <a:lnTo>
                  <a:pt x="52517" y="3298"/>
                </a:lnTo>
                <a:lnTo>
                  <a:pt x="51971" y="2853"/>
                </a:lnTo>
                <a:lnTo>
                  <a:pt x="49240" y="2853"/>
                </a:lnTo>
                <a:lnTo>
                  <a:pt x="49240" y="4006"/>
                </a:lnTo>
                <a:lnTo>
                  <a:pt x="48431" y="4006"/>
                </a:lnTo>
                <a:lnTo>
                  <a:pt x="48431" y="4511"/>
                </a:lnTo>
                <a:lnTo>
                  <a:pt x="48835" y="5037"/>
                </a:lnTo>
                <a:lnTo>
                  <a:pt x="48714" y="5786"/>
                </a:lnTo>
                <a:lnTo>
                  <a:pt x="48269" y="6029"/>
                </a:lnTo>
                <a:cubicBezTo>
                  <a:pt x="48937" y="6332"/>
                  <a:pt x="49422" y="7020"/>
                  <a:pt x="49422" y="7809"/>
                </a:cubicBezTo>
                <a:cubicBezTo>
                  <a:pt x="49422" y="8901"/>
                  <a:pt x="48532" y="9771"/>
                  <a:pt x="47440" y="9771"/>
                </a:cubicBezTo>
                <a:cubicBezTo>
                  <a:pt x="46367" y="9771"/>
                  <a:pt x="45477" y="8901"/>
                  <a:pt x="45477" y="7809"/>
                </a:cubicBezTo>
                <a:cubicBezTo>
                  <a:pt x="45477" y="6878"/>
                  <a:pt x="46125" y="6110"/>
                  <a:pt x="46994" y="5907"/>
                </a:cubicBezTo>
                <a:lnTo>
                  <a:pt x="46469" y="5078"/>
                </a:lnTo>
                <a:lnTo>
                  <a:pt x="47035" y="3824"/>
                </a:lnTo>
                <a:lnTo>
                  <a:pt x="46994" y="2853"/>
                </a:lnTo>
                <a:lnTo>
                  <a:pt x="39631" y="2853"/>
                </a:lnTo>
                <a:lnTo>
                  <a:pt x="39631" y="3601"/>
                </a:lnTo>
                <a:lnTo>
                  <a:pt x="40480" y="4350"/>
                </a:lnTo>
                <a:lnTo>
                  <a:pt x="40480" y="5240"/>
                </a:lnTo>
                <a:lnTo>
                  <a:pt x="41027" y="5968"/>
                </a:lnTo>
                <a:cubicBezTo>
                  <a:pt x="41553" y="6150"/>
                  <a:pt x="41957" y="6555"/>
                  <a:pt x="42180" y="7081"/>
                </a:cubicBezTo>
                <a:cubicBezTo>
                  <a:pt x="42281" y="7323"/>
                  <a:pt x="42342" y="7586"/>
                  <a:pt x="42342" y="7849"/>
                </a:cubicBezTo>
                <a:cubicBezTo>
                  <a:pt x="42342" y="8942"/>
                  <a:pt x="41451" y="9832"/>
                  <a:pt x="40379" y="9832"/>
                </a:cubicBezTo>
                <a:cubicBezTo>
                  <a:pt x="39550" y="9832"/>
                  <a:pt x="38842" y="9326"/>
                  <a:pt x="38559" y="8598"/>
                </a:cubicBezTo>
                <a:cubicBezTo>
                  <a:pt x="38437" y="8355"/>
                  <a:pt x="38376" y="8092"/>
                  <a:pt x="38376" y="7809"/>
                </a:cubicBezTo>
                <a:cubicBezTo>
                  <a:pt x="38376" y="7242"/>
                  <a:pt x="38639" y="6716"/>
                  <a:pt x="39024" y="6373"/>
                </a:cubicBezTo>
                <a:lnTo>
                  <a:pt x="38983" y="6373"/>
                </a:lnTo>
                <a:lnTo>
                  <a:pt x="39024" y="6110"/>
                </a:lnTo>
                <a:lnTo>
                  <a:pt x="38336" y="5685"/>
                </a:lnTo>
                <a:lnTo>
                  <a:pt x="38336" y="4815"/>
                </a:lnTo>
                <a:lnTo>
                  <a:pt x="38559" y="4350"/>
                </a:lnTo>
                <a:lnTo>
                  <a:pt x="38720" y="2853"/>
                </a:lnTo>
                <a:lnTo>
                  <a:pt x="35605" y="2853"/>
                </a:lnTo>
                <a:lnTo>
                  <a:pt x="34492" y="4006"/>
                </a:lnTo>
                <a:lnTo>
                  <a:pt x="34492" y="6110"/>
                </a:lnTo>
                <a:lnTo>
                  <a:pt x="34229" y="6150"/>
                </a:lnTo>
                <a:cubicBezTo>
                  <a:pt x="34836" y="6474"/>
                  <a:pt x="35241" y="7121"/>
                  <a:pt x="35241" y="7849"/>
                </a:cubicBezTo>
                <a:cubicBezTo>
                  <a:pt x="35241" y="8942"/>
                  <a:pt x="34371" y="9832"/>
                  <a:pt x="33278" y="9832"/>
                </a:cubicBezTo>
                <a:cubicBezTo>
                  <a:pt x="32186" y="9832"/>
                  <a:pt x="31316" y="8942"/>
                  <a:pt x="31316" y="7849"/>
                </a:cubicBezTo>
                <a:cubicBezTo>
                  <a:pt x="31316" y="7344"/>
                  <a:pt x="31498" y="6899"/>
                  <a:pt x="31822" y="6534"/>
                </a:cubicBezTo>
                <a:lnTo>
                  <a:pt x="32773" y="5847"/>
                </a:lnTo>
                <a:lnTo>
                  <a:pt x="32611" y="1902"/>
                </a:lnTo>
                <a:cubicBezTo>
                  <a:pt x="32611" y="1902"/>
                  <a:pt x="32469" y="2387"/>
                  <a:pt x="31964" y="2630"/>
                </a:cubicBezTo>
                <a:cubicBezTo>
                  <a:pt x="31536" y="2818"/>
                  <a:pt x="31296" y="2833"/>
                  <a:pt x="31232" y="2833"/>
                </a:cubicBezTo>
                <a:cubicBezTo>
                  <a:pt x="31221" y="2833"/>
                  <a:pt x="31215" y="2832"/>
                  <a:pt x="31215" y="2832"/>
                </a:cubicBezTo>
                <a:lnTo>
                  <a:pt x="31215" y="2853"/>
                </a:lnTo>
                <a:lnTo>
                  <a:pt x="26926" y="2853"/>
                </a:lnTo>
                <a:lnTo>
                  <a:pt x="26218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  <a:effectLst>
            <a:outerShdw blurRad="57150" dist="9525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48" name="Google Shape;8248;p120"/>
          <p:cNvSpPr/>
          <p:nvPr/>
        </p:nvSpPr>
        <p:spPr>
          <a:xfrm rot="10800000">
            <a:off x="32600" y="81850"/>
            <a:ext cx="8824800" cy="501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49" name="Google Shape;8249;p120"/>
          <p:cNvGrpSpPr/>
          <p:nvPr/>
        </p:nvGrpSpPr>
        <p:grpSpPr>
          <a:xfrm rot="10800000">
            <a:off x="99717" y="185295"/>
            <a:ext cx="8690579" cy="4806729"/>
            <a:chOff x="321104" y="185277"/>
            <a:chExt cx="8690579" cy="4806729"/>
          </a:xfrm>
        </p:grpSpPr>
        <p:grpSp>
          <p:nvGrpSpPr>
            <p:cNvPr id="8250" name="Google Shape;8250;p120"/>
            <p:cNvGrpSpPr/>
            <p:nvPr/>
          </p:nvGrpSpPr>
          <p:grpSpPr>
            <a:xfrm>
              <a:off x="321104" y="185277"/>
              <a:ext cx="8690579" cy="4806729"/>
              <a:chOff x="361308" y="295260"/>
              <a:chExt cx="8590075" cy="4751140"/>
            </a:xfrm>
          </p:grpSpPr>
          <p:grpSp>
            <p:nvGrpSpPr>
              <p:cNvPr id="8251" name="Google Shape;8251;p120"/>
              <p:cNvGrpSpPr/>
              <p:nvPr/>
            </p:nvGrpSpPr>
            <p:grpSpPr>
              <a:xfrm>
                <a:off x="361308" y="295260"/>
                <a:ext cx="8590059" cy="4751140"/>
                <a:chOff x="-189550" y="-257125"/>
                <a:chExt cx="10188660" cy="5635322"/>
              </a:xfrm>
            </p:grpSpPr>
            <p:sp>
              <p:nvSpPr>
                <p:cNvPr id="8252" name="Google Shape;8252;p120"/>
                <p:cNvSpPr/>
                <p:nvPr/>
              </p:nvSpPr>
              <p:spPr>
                <a:xfrm>
                  <a:off x="4277215" y="-257092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3" name="Google Shape;8253;p120"/>
                <p:cNvSpPr/>
                <p:nvPr/>
              </p:nvSpPr>
              <p:spPr>
                <a:xfrm>
                  <a:off x="451802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4" name="Google Shape;8254;p120"/>
                <p:cNvSpPr/>
                <p:nvPr/>
              </p:nvSpPr>
              <p:spPr>
                <a:xfrm>
                  <a:off x="476668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5" name="Google Shape;8255;p120"/>
                <p:cNvSpPr/>
                <p:nvPr/>
              </p:nvSpPr>
              <p:spPr>
                <a:xfrm>
                  <a:off x="501534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6" name="Google Shape;8256;p120"/>
                <p:cNvSpPr/>
                <p:nvPr/>
              </p:nvSpPr>
              <p:spPr>
                <a:xfrm>
                  <a:off x="5263485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7" name="Google Shape;8257;p120"/>
                <p:cNvSpPr/>
                <p:nvPr/>
              </p:nvSpPr>
              <p:spPr>
                <a:xfrm>
                  <a:off x="5512149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8" name="Google Shape;8258;p120"/>
                <p:cNvSpPr/>
                <p:nvPr/>
              </p:nvSpPr>
              <p:spPr>
                <a:xfrm>
                  <a:off x="576081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59" name="Google Shape;8259;p120"/>
                <p:cNvSpPr/>
                <p:nvPr/>
              </p:nvSpPr>
              <p:spPr>
                <a:xfrm>
                  <a:off x="600947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0" name="Google Shape;8260;p120"/>
                <p:cNvSpPr/>
                <p:nvPr/>
              </p:nvSpPr>
              <p:spPr>
                <a:xfrm>
                  <a:off x="625814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1" name="Google Shape;8261;p120"/>
                <p:cNvSpPr/>
                <p:nvPr/>
              </p:nvSpPr>
              <p:spPr>
                <a:xfrm>
                  <a:off x="6506277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2" name="Google Shape;8262;p120"/>
                <p:cNvSpPr/>
                <p:nvPr/>
              </p:nvSpPr>
              <p:spPr>
                <a:xfrm>
                  <a:off x="6754941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3" name="Google Shape;8263;p120"/>
                <p:cNvSpPr/>
                <p:nvPr/>
              </p:nvSpPr>
              <p:spPr>
                <a:xfrm>
                  <a:off x="700360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4" name="Google Shape;8264;p120"/>
                <p:cNvSpPr/>
                <p:nvPr/>
              </p:nvSpPr>
              <p:spPr>
                <a:xfrm>
                  <a:off x="725226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5" name="Google Shape;8265;p120"/>
                <p:cNvSpPr/>
                <p:nvPr/>
              </p:nvSpPr>
              <p:spPr>
                <a:xfrm>
                  <a:off x="75009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6" name="Google Shape;8266;p120"/>
                <p:cNvSpPr/>
                <p:nvPr/>
              </p:nvSpPr>
              <p:spPr>
                <a:xfrm>
                  <a:off x="77495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7" name="Google Shape;8267;p120"/>
                <p:cNvSpPr/>
                <p:nvPr/>
              </p:nvSpPr>
              <p:spPr>
                <a:xfrm>
                  <a:off x="7997733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8" name="Google Shape;8268;p120"/>
                <p:cNvSpPr/>
                <p:nvPr/>
              </p:nvSpPr>
              <p:spPr>
                <a:xfrm>
                  <a:off x="8246397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69" name="Google Shape;8269;p120"/>
                <p:cNvSpPr/>
                <p:nvPr/>
              </p:nvSpPr>
              <p:spPr>
                <a:xfrm>
                  <a:off x="8495061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0" name="Google Shape;8270;p120"/>
                <p:cNvSpPr/>
                <p:nvPr/>
              </p:nvSpPr>
              <p:spPr>
                <a:xfrm>
                  <a:off x="899233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1" name="Google Shape;8271;p120"/>
                <p:cNvSpPr/>
                <p:nvPr/>
              </p:nvSpPr>
              <p:spPr>
                <a:xfrm>
                  <a:off x="924100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2" name="Google Shape;8272;p120"/>
                <p:cNvSpPr/>
                <p:nvPr/>
              </p:nvSpPr>
              <p:spPr>
                <a:xfrm>
                  <a:off x="9489189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3" name="Google Shape;8273;p120"/>
                <p:cNvSpPr/>
                <p:nvPr/>
              </p:nvSpPr>
              <p:spPr>
                <a:xfrm>
                  <a:off x="-186891" y="3636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4" name="Google Shape;8274;p120"/>
                <p:cNvSpPr/>
                <p:nvPr/>
              </p:nvSpPr>
              <p:spPr>
                <a:xfrm>
                  <a:off x="-186891" y="28502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5" name="Google Shape;8275;p120"/>
                <p:cNvSpPr/>
                <p:nvPr/>
              </p:nvSpPr>
              <p:spPr>
                <a:xfrm>
                  <a:off x="-186891" y="53369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6" name="Google Shape;8276;p120"/>
                <p:cNvSpPr/>
                <p:nvPr/>
              </p:nvSpPr>
              <p:spPr>
                <a:xfrm>
                  <a:off x="-186891" y="7823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7" name="Google Shape;8277;p120"/>
                <p:cNvSpPr/>
                <p:nvPr/>
              </p:nvSpPr>
              <p:spPr>
                <a:xfrm>
                  <a:off x="-186891" y="1030492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8" name="Google Shape;8278;p120"/>
                <p:cNvSpPr/>
                <p:nvPr/>
              </p:nvSpPr>
              <p:spPr>
                <a:xfrm>
                  <a:off x="-186891" y="1279156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79" name="Google Shape;8279;p120"/>
                <p:cNvSpPr/>
                <p:nvPr/>
              </p:nvSpPr>
              <p:spPr>
                <a:xfrm>
                  <a:off x="-186891" y="1527820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0" name="Google Shape;8280;p120"/>
                <p:cNvSpPr/>
                <p:nvPr/>
              </p:nvSpPr>
              <p:spPr>
                <a:xfrm>
                  <a:off x="-186891" y="1776485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1" name="Google Shape;8281;p120"/>
                <p:cNvSpPr/>
                <p:nvPr/>
              </p:nvSpPr>
              <p:spPr>
                <a:xfrm>
                  <a:off x="-186891" y="20251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2" name="Google Shape;8282;p120"/>
                <p:cNvSpPr/>
                <p:nvPr/>
              </p:nvSpPr>
              <p:spPr>
                <a:xfrm>
                  <a:off x="-186891" y="2273813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3" name="Google Shape;8283;p120"/>
                <p:cNvSpPr/>
                <p:nvPr/>
              </p:nvSpPr>
              <p:spPr>
                <a:xfrm>
                  <a:off x="-186891" y="2521949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4" name="Google Shape;8284;p120"/>
                <p:cNvSpPr/>
                <p:nvPr/>
              </p:nvSpPr>
              <p:spPr>
                <a:xfrm>
                  <a:off x="-186891" y="2770614"/>
                  <a:ext cx="10186001" cy="2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49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5" name="Google Shape;8285;p120"/>
                <p:cNvSpPr/>
                <p:nvPr/>
              </p:nvSpPr>
              <p:spPr>
                <a:xfrm>
                  <a:off x="-186891" y="3019225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6" name="Google Shape;8286;p120"/>
                <p:cNvSpPr/>
                <p:nvPr/>
              </p:nvSpPr>
              <p:spPr>
                <a:xfrm>
                  <a:off x="-186891" y="3267889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7" name="Google Shape;8287;p120"/>
                <p:cNvSpPr/>
                <p:nvPr/>
              </p:nvSpPr>
              <p:spPr>
                <a:xfrm>
                  <a:off x="-186891" y="35165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8" name="Google Shape;8288;p120"/>
                <p:cNvSpPr/>
                <p:nvPr/>
              </p:nvSpPr>
              <p:spPr>
                <a:xfrm>
                  <a:off x="-186891" y="37652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89" name="Google Shape;8289;p120"/>
                <p:cNvSpPr/>
                <p:nvPr/>
              </p:nvSpPr>
              <p:spPr>
                <a:xfrm>
                  <a:off x="-186891" y="4013354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50"/>
                      </a:lnTo>
                      <a:lnTo>
                        <a:pt x="146519" y="50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0" name="Google Shape;8290;p120"/>
                <p:cNvSpPr/>
                <p:nvPr/>
              </p:nvSpPr>
              <p:spPr>
                <a:xfrm>
                  <a:off x="-186891" y="4262018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1" name="Google Shape;8291;p120"/>
                <p:cNvSpPr/>
                <p:nvPr/>
              </p:nvSpPr>
              <p:spPr>
                <a:xfrm>
                  <a:off x="-186891" y="4510683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2" name="Google Shape;8292;p120"/>
                <p:cNvSpPr/>
                <p:nvPr/>
              </p:nvSpPr>
              <p:spPr>
                <a:xfrm>
                  <a:off x="-186891" y="47593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3" name="Google Shape;8293;p120"/>
                <p:cNvSpPr/>
                <p:nvPr/>
              </p:nvSpPr>
              <p:spPr>
                <a:xfrm>
                  <a:off x="-186891" y="5008011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0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4" name="Google Shape;8294;p120"/>
                <p:cNvSpPr/>
                <p:nvPr/>
              </p:nvSpPr>
              <p:spPr>
                <a:xfrm>
                  <a:off x="-186891" y="5256147"/>
                  <a:ext cx="10186001" cy="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19" h="50" extrusionOk="0">
                      <a:moveTo>
                        <a:pt x="0" y="1"/>
                      </a:moveTo>
                      <a:lnTo>
                        <a:pt x="0" y="49"/>
                      </a:lnTo>
                      <a:lnTo>
                        <a:pt x="146519" y="49"/>
                      </a:lnTo>
                      <a:lnTo>
                        <a:pt x="146519" y="1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5" name="Google Shape;8295;p120"/>
                <p:cNvSpPr/>
                <p:nvPr/>
              </p:nvSpPr>
              <p:spPr>
                <a:xfrm>
                  <a:off x="-18955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6" name="Google Shape;8296;p120"/>
                <p:cNvSpPr/>
                <p:nvPr/>
              </p:nvSpPr>
              <p:spPr>
                <a:xfrm>
                  <a:off x="5911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7" name="Google Shape;8297;p120"/>
                <p:cNvSpPr/>
                <p:nvPr/>
              </p:nvSpPr>
              <p:spPr>
                <a:xfrm>
                  <a:off x="307778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8" name="Google Shape;8298;p120"/>
                <p:cNvSpPr/>
                <p:nvPr/>
              </p:nvSpPr>
              <p:spPr>
                <a:xfrm>
                  <a:off x="55644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99" name="Google Shape;8299;p120"/>
                <p:cNvSpPr/>
                <p:nvPr/>
              </p:nvSpPr>
              <p:spPr>
                <a:xfrm>
                  <a:off x="8051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0" name="Google Shape;8300;p120"/>
                <p:cNvSpPr/>
                <p:nvPr/>
              </p:nvSpPr>
              <p:spPr>
                <a:xfrm>
                  <a:off x="10537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1" name="Google Shape;8301;p120"/>
                <p:cNvSpPr/>
                <p:nvPr/>
              </p:nvSpPr>
              <p:spPr>
                <a:xfrm>
                  <a:off x="130190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2" name="Google Shape;8302;p120"/>
                <p:cNvSpPr/>
                <p:nvPr/>
              </p:nvSpPr>
              <p:spPr>
                <a:xfrm>
                  <a:off x="1550570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3" name="Google Shape;8303;p120"/>
                <p:cNvSpPr/>
                <p:nvPr/>
              </p:nvSpPr>
              <p:spPr>
                <a:xfrm>
                  <a:off x="1799234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4" name="Google Shape;8304;p120"/>
                <p:cNvSpPr/>
                <p:nvPr/>
              </p:nvSpPr>
              <p:spPr>
                <a:xfrm>
                  <a:off x="2047898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5" name="Google Shape;8305;p120"/>
                <p:cNvSpPr/>
                <p:nvPr/>
              </p:nvSpPr>
              <p:spPr>
                <a:xfrm>
                  <a:off x="2296562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6" name="Google Shape;8306;p120"/>
                <p:cNvSpPr/>
                <p:nvPr/>
              </p:nvSpPr>
              <p:spPr>
                <a:xfrm>
                  <a:off x="25452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7" name="Google Shape;8307;p120"/>
                <p:cNvSpPr/>
                <p:nvPr/>
              </p:nvSpPr>
              <p:spPr>
                <a:xfrm>
                  <a:off x="279336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8" name="Google Shape;8308;p120"/>
                <p:cNvSpPr/>
                <p:nvPr/>
              </p:nvSpPr>
              <p:spPr>
                <a:xfrm>
                  <a:off x="3042026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09" name="Google Shape;8309;p120"/>
                <p:cNvSpPr/>
                <p:nvPr/>
              </p:nvSpPr>
              <p:spPr>
                <a:xfrm>
                  <a:off x="3290690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10" name="Google Shape;8310;p120"/>
                <p:cNvSpPr/>
                <p:nvPr/>
              </p:nvSpPr>
              <p:spPr>
                <a:xfrm>
                  <a:off x="3539354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11" name="Google Shape;8311;p120"/>
                <p:cNvSpPr/>
                <p:nvPr/>
              </p:nvSpPr>
              <p:spPr>
                <a:xfrm>
                  <a:off x="3787966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12" name="Google Shape;8312;p120"/>
                <p:cNvSpPr/>
                <p:nvPr/>
              </p:nvSpPr>
              <p:spPr>
                <a:xfrm>
                  <a:off x="4036155" y="-257125"/>
                  <a:ext cx="2586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37095" extrusionOk="0">
                      <a:moveTo>
                        <a:pt x="0" y="0"/>
                      </a:moveTo>
                      <a:lnTo>
                        <a:pt x="0" y="137094"/>
                      </a:lnTo>
                      <a:lnTo>
                        <a:pt x="49" y="137094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13" name="Google Shape;8313;p120"/>
                <p:cNvSpPr/>
                <p:nvPr/>
              </p:nvSpPr>
              <p:spPr>
                <a:xfrm>
                  <a:off x="8743672" y="-257125"/>
                  <a:ext cx="2639" cy="5635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137095" extrusionOk="0">
                      <a:moveTo>
                        <a:pt x="1" y="0"/>
                      </a:moveTo>
                      <a:lnTo>
                        <a:pt x="1" y="137094"/>
                      </a:lnTo>
                      <a:lnTo>
                        <a:pt x="50" y="137094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B1B1B0"/>
                </a:solidFill>
                <a:ln w="9525" cap="flat" cmpd="sng">
                  <a:solidFill>
                    <a:srgbClr val="F3F3F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8314" name="Google Shape;8314;p120"/>
              <p:cNvSpPr/>
              <p:nvPr/>
            </p:nvSpPr>
            <p:spPr>
              <a:xfrm>
                <a:off x="873065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120"/>
              <p:cNvSpPr/>
              <p:nvPr/>
            </p:nvSpPr>
            <p:spPr>
              <a:xfrm>
                <a:off x="8949203" y="295260"/>
                <a:ext cx="2180" cy="4751027"/>
              </a:xfrm>
              <a:custGeom>
                <a:avLst/>
                <a:gdLst/>
                <a:ahLst/>
                <a:cxnLst/>
                <a:rect l="l" t="t" r="r" b="b"/>
                <a:pathLst>
                  <a:path w="49" h="137095" extrusionOk="0">
                    <a:moveTo>
                      <a:pt x="0" y="0"/>
                    </a:moveTo>
                    <a:lnTo>
                      <a:pt x="0" y="137094"/>
                    </a:lnTo>
                    <a:lnTo>
                      <a:pt x="49" y="13709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1B1B0"/>
              </a:solidFill>
              <a:ln w="9525" cap="flat" cmpd="sng">
                <a:solidFill>
                  <a:srgbClr val="F3F3F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316" name="Google Shape;8316;p120"/>
            <p:cNvSpPr/>
            <p:nvPr/>
          </p:nvSpPr>
          <p:spPr>
            <a:xfrm>
              <a:off x="323373" y="223486"/>
              <a:ext cx="8688210" cy="2251"/>
            </a:xfrm>
            <a:custGeom>
              <a:avLst/>
              <a:gdLst/>
              <a:ahLst/>
              <a:cxnLst/>
              <a:rect l="l" t="t" r="r" b="b"/>
              <a:pathLst>
                <a:path w="146519" h="50" extrusionOk="0">
                  <a:moveTo>
                    <a:pt x="0" y="1"/>
                  </a:moveTo>
                  <a:lnTo>
                    <a:pt x="0" y="49"/>
                  </a:lnTo>
                  <a:lnTo>
                    <a:pt x="146519" y="49"/>
                  </a:lnTo>
                  <a:lnTo>
                    <a:pt x="146519" y="1"/>
                  </a:lnTo>
                  <a:close/>
                </a:path>
              </a:pathLst>
            </a:custGeom>
            <a:solidFill>
              <a:srgbClr val="B1B1B0"/>
            </a:solidFill>
            <a:ln w="9525" cap="flat" cmpd="sng">
              <a:solidFill>
                <a:srgbClr val="F3F3F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18" Type="http://schemas.openxmlformats.org/officeDocument/2006/relationships/slideLayout" Target="../slideLayouts/slideLayout76.xml"/><Relationship Id="rId26" Type="http://schemas.openxmlformats.org/officeDocument/2006/relationships/slideLayout" Target="../slideLayouts/slideLayout84.xml"/><Relationship Id="rId3" Type="http://schemas.openxmlformats.org/officeDocument/2006/relationships/slideLayout" Target="../slideLayouts/slideLayout61.xml"/><Relationship Id="rId21" Type="http://schemas.openxmlformats.org/officeDocument/2006/relationships/slideLayout" Target="../slideLayouts/slideLayout79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17" Type="http://schemas.openxmlformats.org/officeDocument/2006/relationships/slideLayout" Target="../slideLayouts/slideLayout75.xml"/><Relationship Id="rId25" Type="http://schemas.openxmlformats.org/officeDocument/2006/relationships/slideLayout" Target="../slideLayouts/slideLayout83.xml"/><Relationship Id="rId2" Type="http://schemas.openxmlformats.org/officeDocument/2006/relationships/slideLayout" Target="../slideLayouts/slideLayout60.xml"/><Relationship Id="rId16" Type="http://schemas.openxmlformats.org/officeDocument/2006/relationships/slideLayout" Target="../slideLayouts/slideLayout74.xml"/><Relationship Id="rId20" Type="http://schemas.openxmlformats.org/officeDocument/2006/relationships/slideLayout" Target="../slideLayouts/slideLayout78.xml"/><Relationship Id="rId29" Type="http://schemas.openxmlformats.org/officeDocument/2006/relationships/slideLayout" Target="../slideLayouts/slideLayout87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24" Type="http://schemas.openxmlformats.org/officeDocument/2006/relationships/slideLayout" Target="../slideLayouts/slideLayout82.xml"/><Relationship Id="rId5" Type="http://schemas.openxmlformats.org/officeDocument/2006/relationships/slideLayout" Target="../slideLayouts/slideLayout63.xml"/><Relationship Id="rId15" Type="http://schemas.openxmlformats.org/officeDocument/2006/relationships/slideLayout" Target="../slideLayouts/slideLayout73.xml"/><Relationship Id="rId23" Type="http://schemas.openxmlformats.org/officeDocument/2006/relationships/slideLayout" Target="../slideLayouts/slideLayout81.xml"/><Relationship Id="rId28" Type="http://schemas.openxmlformats.org/officeDocument/2006/relationships/slideLayout" Target="../slideLayouts/slideLayout86.xml"/><Relationship Id="rId10" Type="http://schemas.openxmlformats.org/officeDocument/2006/relationships/slideLayout" Target="../slideLayouts/slideLayout68.xml"/><Relationship Id="rId19" Type="http://schemas.openxmlformats.org/officeDocument/2006/relationships/slideLayout" Target="../slideLayouts/slideLayout77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slideLayout" Target="../slideLayouts/slideLayout72.xml"/><Relationship Id="rId22" Type="http://schemas.openxmlformats.org/officeDocument/2006/relationships/slideLayout" Target="../slideLayouts/slideLayout80.xml"/><Relationship Id="rId27" Type="http://schemas.openxmlformats.org/officeDocument/2006/relationships/slideLayout" Target="../slideLayouts/slideLayout85.xml"/><Relationship Id="rId30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5.xml"/><Relationship Id="rId13" Type="http://schemas.openxmlformats.org/officeDocument/2006/relationships/slideLayout" Target="../slideLayouts/slideLayout100.xml"/><Relationship Id="rId18" Type="http://schemas.openxmlformats.org/officeDocument/2006/relationships/slideLayout" Target="../slideLayouts/slideLayout105.xml"/><Relationship Id="rId26" Type="http://schemas.openxmlformats.org/officeDocument/2006/relationships/slideLayout" Target="../slideLayouts/slideLayout113.xml"/><Relationship Id="rId3" Type="http://schemas.openxmlformats.org/officeDocument/2006/relationships/slideLayout" Target="../slideLayouts/slideLayout90.xml"/><Relationship Id="rId21" Type="http://schemas.openxmlformats.org/officeDocument/2006/relationships/slideLayout" Target="../slideLayouts/slideLayout108.xml"/><Relationship Id="rId7" Type="http://schemas.openxmlformats.org/officeDocument/2006/relationships/slideLayout" Target="../slideLayouts/slideLayout94.xml"/><Relationship Id="rId12" Type="http://schemas.openxmlformats.org/officeDocument/2006/relationships/slideLayout" Target="../slideLayouts/slideLayout99.xml"/><Relationship Id="rId17" Type="http://schemas.openxmlformats.org/officeDocument/2006/relationships/slideLayout" Target="../slideLayouts/slideLayout104.xml"/><Relationship Id="rId25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89.xml"/><Relationship Id="rId16" Type="http://schemas.openxmlformats.org/officeDocument/2006/relationships/slideLayout" Target="../slideLayouts/slideLayout103.xml"/><Relationship Id="rId20" Type="http://schemas.openxmlformats.org/officeDocument/2006/relationships/slideLayout" Target="../slideLayouts/slideLayout107.xml"/><Relationship Id="rId29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88.xml"/><Relationship Id="rId6" Type="http://schemas.openxmlformats.org/officeDocument/2006/relationships/slideLayout" Target="../slideLayouts/slideLayout93.xml"/><Relationship Id="rId11" Type="http://schemas.openxmlformats.org/officeDocument/2006/relationships/slideLayout" Target="../slideLayouts/slideLayout98.xml"/><Relationship Id="rId24" Type="http://schemas.openxmlformats.org/officeDocument/2006/relationships/slideLayout" Target="../slideLayouts/slideLayout111.xml"/><Relationship Id="rId5" Type="http://schemas.openxmlformats.org/officeDocument/2006/relationships/slideLayout" Target="../slideLayouts/slideLayout92.xml"/><Relationship Id="rId15" Type="http://schemas.openxmlformats.org/officeDocument/2006/relationships/slideLayout" Target="../slideLayouts/slideLayout102.xml"/><Relationship Id="rId23" Type="http://schemas.openxmlformats.org/officeDocument/2006/relationships/slideLayout" Target="../slideLayouts/slideLayout110.xml"/><Relationship Id="rId28" Type="http://schemas.openxmlformats.org/officeDocument/2006/relationships/slideLayout" Target="../slideLayouts/slideLayout115.xml"/><Relationship Id="rId10" Type="http://schemas.openxmlformats.org/officeDocument/2006/relationships/slideLayout" Target="../slideLayouts/slideLayout97.xml"/><Relationship Id="rId19" Type="http://schemas.openxmlformats.org/officeDocument/2006/relationships/slideLayout" Target="../slideLayouts/slideLayout106.xml"/><Relationship Id="rId4" Type="http://schemas.openxmlformats.org/officeDocument/2006/relationships/slideLayout" Target="../slideLayouts/slideLayout91.xml"/><Relationship Id="rId9" Type="http://schemas.openxmlformats.org/officeDocument/2006/relationships/slideLayout" Target="../slideLayouts/slideLayout96.xml"/><Relationship Id="rId14" Type="http://schemas.openxmlformats.org/officeDocument/2006/relationships/slideLayout" Target="../slideLayouts/slideLayout101.xml"/><Relationship Id="rId22" Type="http://schemas.openxmlformats.org/officeDocument/2006/relationships/slideLayout" Target="../slideLayouts/slideLayout109.xml"/><Relationship Id="rId27" Type="http://schemas.openxmlformats.org/officeDocument/2006/relationships/slideLayout" Target="../slideLayouts/slideLayout114.xml"/><Relationship Id="rId30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EFEFE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1pPr>
            <a:lvl2pPr marL="914400" lvl="1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marL="1371600" lvl="2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marL="1828800" lvl="3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marL="2286000" lvl="4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marL="2743200" lvl="5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marL="3200400" lvl="6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marL="3657600" lvl="7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marL="4114800" lvl="8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EFEFEF"/>
        </a:solidFill>
        <a:effectLst/>
      </p:bgPr>
    </p:bg>
    <p:spTree>
      <p:nvGrpSpPr>
        <p:cNvPr id="1" name="Shape 2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4" name="Google Shape;2084;p3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9pPr>
          </a:lstStyle>
          <a:p>
            <a:endParaRPr/>
          </a:p>
        </p:txBody>
      </p:sp>
      <p:sp>
        <p:nvSpPr>
          <p:cNvPr id="2085" name="Google Shape;2085;p3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1pPr>
            <a:lvl2pPr marL="914400" lvl="1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marL="1371600" lvl="2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marL="1828800" lvl="3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marL="2286000" lvl="4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marL="2743200" lvl="5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marL="3200400" lvl="6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marL="3657600" lvl="7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marL="4114800" lvl="8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  <p:sldLayoutId id="2147483682" r:id="rId6"/>
    <p:sldLayoutId id="2147483683" r:id="rId7"/>
    <p:sldLayoutId id="2147483684" r:id="rId8"/>
    <p:sldLayoutId id="2147483685" r:id="rId9"/>
    <p:sldLayoutId id="2147483686" r:id="rId10"/>
    <p:sldLayoutId id="2147483687" r:id="rId11"/>
    <p:sldLayoutId id="2147483688" r:id="rId12"/>
    <p:sldLayoutId id="2147483689" r:id="rId13"/>
    <p:sldLayoutId id="2147483690" r:id="rId14"/>
    <p:sldLayoutId id="2147483691" r:id="rId15"/>
    <p:sldLayoutId id="2147483692" r:id="rId16"/>
    <p:sldLayoutId id="2147483693" r:id="rId17"/>
    <p:sldLayoutId id="2147483694" r:id="rId18"/>
    <p:sldLayoutId id="2147483695" r:id="rId19"/>
    <p:sldLayoutId id="2147483696" r:id="rId20"/>
    <p:sldLayoutId id="2147483697" r:id="rId21"/>
    <p:sldLayoutId id="2147483698" r:id="rId22"/>
    <p:sldLayoutId id="2147483699" r:id="rId23"/>
    <p:sldLayoutId id="2147483700" r:id="rId24"/>
    <p:sldLayoutId id="2147483701" r:id="rId25"/>
    <p:sldLayoutId id="2147483702" r:id="rId26"/>
    <p:sldLayoutId id="2147483703" r:id="rId27"/>
    <p:sldLayoutId id="2147483704" r:id="rId28"/>
    <p:sldLayoutId id="2147483705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EFEFEF"/>
        </a:solidFill>
        <a:effectLst/>
      </p:bgPr>
    </p:bg>
    <p:spTree>
      <p:nvGrpSpPr>
        <p:cNvPr id="1" name="Shape 4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2" name="Google Shape;4162;p6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9pPr>
          </a:lstStyle>
          <a:p>
            <a:endParaRPr/>
          </a:p>
        </p:txBody>
      </p:sp>
      <p:sp>
        <p:nvSpPr>
          <p:cNvPr id="4163" name="Google Shape;4163;p6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1pPr>
            <a:lvl2pPr marL="914400" lvl="1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marL="1371600" lvl="2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marL="1828800" lvl="3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marL="2286000" lvl="4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marL="2743200" lvl="5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marL="3200400" lvl="6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marL="3657600" lvl="7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marL="4114800" lvl="8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  <p:sldLayoutId id="2147483717" r:id="rId12"/>
    <p:sldLayoutId id="2147483718" r:id="rId13"/>
    <p:sldLayoutId id="2147483719" r:id="rId14"/>
    <p:sldLayoutId id="2147483720" r:id="rId15"/>
    <p:sldLayoutId id="2147483721" r:id="rId16"/>
    <p:sldLayoutId id="2147483722" r:id="rId17"/>
    <p:sldLayoutId id="2147483723" r:id="rId18"/>
    <p:sldLayoutId id="2147483724" r:id="rId19"/>
    <p:sldLayoutId id="2147483725" r:id="rId20"/>
    <p:sldLayoutId id="2147483726" r:id="rId21"/>
    <p:sldLayoutId id="2147483727" r:id="rId22"/>
    <p:sldLayoutId id="2147483728" r:id="rId23"/>
    <p:sldLayoutId id="2147483729" r:id="rId24"/>
    <p:sldLayoutId id="2147483730" r:id="rId25"/>
    <p:sldLayoutId id="2147483731" r:id="rId26"/>
    <p:sldLayoutId id="2147483732" r:id="rId27"/>
    <p:sldLayoutId id="2147483733" r:id="rId28"/>
    <p:sldLayoutId id="2147483734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EFEFEF"/>
        </a:solidFill>
        <a:effectLst/>
      </p:bgPr>
    </p:bg>
    <p:spTree>
      <p:nvGrpSpPr>
        <p:cNvPr id="1" name="Shape 6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0" name="Google Shape;6240;p9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000"/>
              <a:buFont typeface="Manrope"/>
              <a:buNone/>
              <a:defRPr sz="3000" b="1">
                <a:solidFill>
                  <a:schemeClr val="accent6"/>
                </a:solidFill>
                <a:latin typeface="Manrope"/>
                <a:ea typeface="Manrope"/>
                <a:cs typeface="Manrope"/>
                <a:sym typeface="Manrope"/>
              </a:defRPr>
            </a:lvl9pPr>
          </a:lstStyle>
          <a:p>
            <a:endParaRPr/>
          </a:p>
        </p:txBody>
      </p:sp>
      <p:sp>
        <p:nvSpPr>
          <p:cNvPr id="6241" name="Google Shape;6241;p9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1pPr>
            <a:lvl2pPr marL="914400" lvl="1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2pPr>
            <a:lvl3pPr marL="1371600" lvl="2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3pPr>
            <a:lvl4pPr marL="1828800" lvl="3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4pPr>
            <a:lvl5pPr marL="2286000" lvl="4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5pPr>
            <a:lvl6pPr marL="2743200" lvl="5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6pPr>
            <a:lvl7pPr marL="3200400" lvl="6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●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7pPr>
            <a:lvl8pPr marL="3657600" lvl="7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○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8pPr>
            <a:lvl9pPr marL="4114800" lvl="8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Font typeface="Antic"/>
              <a:buChar char="■"/>
              <a:defRPr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9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9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2.xml"/><Relationship Id="rId6" Type="http://schemas.openxmlformats.org/officeDocument/2006/relationships/image" Target="../media/image11.jpg"/><Relationship Id="rId5" Type="http://schemas.openxmlformats.org/officeDocument/2006/relationships/image" Target="../media/image10.jpg"/><Relationship Id="rId4" Type="http://schemas.openxmlformats.org/officeDocument/2006/relationships/image" Target="../media/image9.jp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5.xml"/><Relationship Id="rId6" Type="http://schemas.openxmlformats.org/officeDocument/2006/relationships/image" Target="../media/image16.jp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6.xm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1" name="Google Shape;8321;p121"/>
          <p:cNvSpPr txBox="1">
            <a:spLocks noGrp="1"/>
          </p:cNvSpPr>
          <p:nvPr>
            <p:ph type="ctrTitle"/>
          </p:nvPr>
        </p:nvSpPr>
        <p:spPr>
          <a:xfrm>
            <a:off x="278950" y="657513"/>
            <a:ext cx="5249400" cy="21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 b="0">
                <a:solidFill>
                  <a:schemeClr val="dk1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rPr>
              <a:t>Examination Entry </a:t>
            </a:r>
            <a:r>
              <a:rPr lang="en" sz="4500" b="0">
                <a:solidFill>
                  <a:schemeClr val="accent2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rPr>
              <a:t>System </a:t>
            </a:r>
            <a:endParaRPr sz="4500" b="0">
              <a:solidFill>
                <a:schemeClr val="accent5"/>
              </a:solidFill>
              <a:latin typeface="Josefin Sans SemiBold"/>
              <a:ea typeface="Josefin Sans SemiBold"/>
              <a:cs typeface="Josefin Sans SemiBold"/>
              <a:sym typeface="Josefin Sans SemiBold"/>
            </a:endParaRPr>
          </a:p>
        </p:txBody>
      </p:sp>
      <p:sp>
        <p:nvSpPr>
          <p:cNvPr id="8322" name="Google Shape;8322;p121"/>
          <p:cNvSpPr txBox="1">
            <a:spLocks noGrp="1"/>
          </p:cNvSpPr>
          <p:nvPr>
            <p:ph type="subTitle" idx="1"/>
          </p:nvPr>
        </p:nvSpPr>
        <p:spPr>
          <a:xfrm>
            <a:off x="1985800" y="3154900"/>
            <a:ext cx="1835700" cy="36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b="1">
                <a:latin typeface="Lato"/>
                <a:ea typeface="Lato"/>
                <a:cs typeface="Lato"/>
                <a:sym typeface="Lato"/>
              </a:rPr>
              <a:t>Group </a:t>
            </a:r>
            <a:r>
              <a:rPr lang="en" sz="2500" b="1"/>
              <a:t>9</a:t>
            </a:r>
            <a:endParaRPr sz="2500" b="1"/>
          </a:p>
        </p:txBody>
      </p:sp>
      <p:pic>
        <p:nvPicPr>
          <p:cNvPr id="8323" name="Google Shape;8323;p121" title="freepik__background__32443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98575" y="989163"/>
            <a:ext cx="4399825" cy="4399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8" name="Google Shape;8328;p122"/>
          <p:cNvSpPr/>
          <p:nvPr/>
        </p:nvSpPr>
        <p:spPr>
          <a:xfrm>
            <a:off x="5887969" y="924499"/>
            <a:ext cx="2866185" cy="3628197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329" name="Google Shape;8329;p122"/>
          <p:cNvSpPr txBox="1">
            <a:spLocks noGrp="1"/>
          </p:cNvSpPr>
          <p:nvPr>
            <p:ph type="title"/>
          </p:nvPr>
        </p:nvSpPr>
        <p:spPr>
          <a:xfrm>
            <a:off x="1233050" y="777525"/>
            <a:ext cx="3263400" cy="6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Intro</a:t>
            </a:r>
            <a:r>
              <a:rPr lang="en" sz="3000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duction</a:t>
            </a:r>
            <a:endParaRPr sz="3000"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330" name="Google Shape;8330;p122"/>
          <p:cNvSpPr txBox="1">
            <a:spLocks noGrp="1"/>
          </p:cNvSpPr>
          <p:nvPr>
            <p:ph type="body" idx="1"/>
          </p:nvPr>
        </p:nvSpPr>
        <p:spPr>
          <a:xfrm>
            <a:off x="859625" y="1536600"/>
            <a:ext cx="4339200" cy="313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We have developed an </a:t>
            </a:r>
            <a:r>
              <a:rPr lang="en" sz="1500" b="1">
                <a:latin typeface="Lato"/>
                <a:ea typeface="Lato"/>
                <a:cs typeface="Lato"/>
                <a:sym typeface="Lato"/>
              </a:rPr>
              <a:t>Exam Entry System</a:t>
            </a:r>
            <a:r>
              <a:rPr lang="en" sz="1500">
                <a:latin typeface="Lato"/>
                <a:ea typeface="Lato"/>
                <a:cs typeface="Lato"/>
                <a:sym typeface="Lato"/>
              </a:rPr>
              <a:t> to simplify university examination entry applications. 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The system enables students to apply for exams easily while allowing staff to verify eligibility based on attendance and discipline. 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Facilitates exam attendance sheet generation and administrative oversight, ensuring a smooth and efficient exam admission process.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8331" name="Google Shape;8331;p122" title="freepik__background__97987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68025" y="1071900"/>
            <a:ext cx="3138500" cy="3138500"/>
          </a:xfrm>
          <a:prstGeom prst="rect">
            <a:avLst/>
          </a:prstGeom>
          <a:noFill/>
          <a:ln>
            <a:noFill/>
          </a:ln>
        </p:spPr>
      </p:pic>
      <p:sp>
        <p:nvSpPr>
          <p:cNvPr id="8332" name="Google Shape;8332;p122"/>
          <p:cNvSpPr txBox="1"/>
          <p:nvPr/>
        </p:nvSpPr>
        <p:spPr>
          <a:xfrm>
            <a:off x="7276123" y="4750665"/>
            <a:ext cx="1591177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2020/ICT/64</a:t>
            </a:r>
            <a:endParaRPr sz="160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7" name="Google Shape;8337;p123"/>
          <p:cNvSpPr/>
          <p:nvPr/>
        </p:nvSpPr>
        <p:spPr>
          <a:xfrm rot="-8935740">
            <a:off x="-767302" y="-593150"/>
            <a:ext cx="2114522" cy="2948902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338" name="Google Shape;8338;p1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Josefin Sans"/>
                <a:ea typeface="Josefin Sans"/>
                <a:cs typeface="Josefin Sans"/>
                <a:sym typeface="Josefin Sans"/>
              </a:rPr>
              <a:t>Objectives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339" name="Google Shape;8339;p123"/>
          <p:cNvSpPr txBox="1">
            <a:spLocks noGrp="1"/>
          </p:cNvSpPr>
          <p:nvPr>
            <p:ph type="subTitle" idx="2"/>
          </p:nvPr>
        </p:nvSpPr>
        <p:spPr>
          <a:xfrm>
            <a:off x="1409525" y="1388975"/>
            <a:ext cx="6592500" cy="31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Digitize the exam registration process for students and administrators.</a:t>
            </a:r>
            <a:br>
              <a:rPr lang="en" sz="1500">
                <a:latin typeface="Lato"/>
                <a:ea typeface="Lato"/>
                <a:cs typeface="Lato"/>
                <a:sym typeface="Lato"/>
              </a:rPr>
            </a:b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Improve the efficiency and accuracy of managing the applications for the exam admission by reducing the workload and time.</a:t>
            </a:r>
            <a:br>
              <a:rPr lang="en" sz="1500">
                <a:latin typeface="Lato"/>
                <a:ea typeface="Lato"/>
                <a:cs typeface="Lato"/>
                <a:sym typeface="Lato"/>
              </a:rPr>
            </a:b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Minimize paperwork and manual errors.</a:t>
            </a:r>
            <a:br>
              <a:rPr lang="en" sz="1500">
                <a:latin typeface="Lato"/>
                <a:ea typeface="Lato"/>
                <a:cs typeface="Lato"/>
                <a:sym typeface="Lato"/>
              </a:rPr>
            </a:b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Enhance security and data integrity.</a:t>
            </a:r>
            <a:br>
              <a:rPr lang="en" sz="1500">
                <a:latin typeface="Lato"/>
                <a:ea typeface="Lato"/>
                <a:cs typeface="Lato"/>
                <a:sym typeface="Lato"/>
              </a:rPr>
            </a:b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Provide real-time status updates and notifications with deadlines.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40" name="Google Shape;8340;p123"/>
          <p:cNvSpPr/>
          <p:nvPr/>
        </p:nvSpPr>
        <p:spPr>
          <a:xfrm rot="-530509">
            <a:off x="6911386" y="2529349"/>
            <a:ext cx="2352334" cy="3285992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341" name="Google Shape;8341;p123"/>
          <p:cNvSpPr txBox="1"/>
          <p:nvPr/>
        </p:nvSpPr>
        <p:spPr>
          <a:xfrm>
            <a:off x="7205785" y="4742850"/>
            <a:ext cx="1661515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2020/ICT/64</a:t>
            </a:r>
            <a:endParaRPr sz="1600" dirty="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6" name="Google Shape;8346;p124"/>
          <p:cNvSpPr/>
          <p:nvPr/>
        </p:nvSpPr>
        <p:spPr>
          <a:xfrm rot="-530509">
            <a:off x="6911386" y="2529349"/>
            <a:ext cx="2352334" cy="3285992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347" name="Google Shape;8347;p124"/>
          <p:cNvSpPr txBox="1">
            <a:spLocks noGrp="1"/>
          </p:cNvSpPr>
          <p:nvPr>
            <p:ph type="title"/>
          </p:nvPr>
        </p:nvSpPr>
        <p:spPr>
          <a:xfrm>
            <a:off x="2093550" y="507925"/>
            <a:ext cx="4956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Requir</a:t>
            </a:r>
            <a:r>
              <a:rPr lang="en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ements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348" name="Google Shape;8348;p124"/>
          <p:cNvSpPr txBox="1">
            <a:spLocks noGrp="1"/>
          </p:cNvSpPr>
          <p:nvPr>
            <p:ph type="subTitle" idx="2"/>
          </p:nvPr>
        </p:nvSpPr>
        <p:spPr>
          <a:xfrm>
            <a:off x="1675650" y="2294800"/>
            <a:ext cx="6160500" cy="23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100">
              <a:latin typeface="Lato"/>
              <a:ea typeface="Lato"/>
              <a:cs typeface="Lato"/>
              <a:sym typeface="Lato"/>
            </a:endParaRPr>
          </a:p>
          <a:p>
            <a:pPr marL="457200" lvl="0" indent="-361950" algn="l" rtl="0">
              <a:spcBef>
                <a:spcPts val="0"/>
              </a:spcBef>
              <a:spcAft>
                <a:spcPts val="0"/>
              </a:spcAft>
              <a:buSzPts val="2100"/>
              <a:buFont typeface="Lato"/>
              <a:buChar char="●"/>
            </a:pPr>
            <a:r>
              <a:rPr lang="en" sz="2100">
                <a:latin typeface="Lato"/>
                <a:ea typeface="Lato"/>
                <a:cs typeface="Lato"/>
                <a:sym typeface="Lato"/>
              </a:rPr>
              <a:t>User Authentication and Authorization</a:t>
            </a:r>
            <a:endParaRPr sz="2100">
              <a:latin typeface="Lato"/>
              <a:ea typeface="Lato"/>
              <a:cs typeface="Lato"/>
              <a:sym typeface="Lato"/>
            </a:endParaRPr>
          </a:p>
          <a:p>
            <a:pPr marL="457200" lvl="0" indent="-361950" algn="l" rtl="0">
              <a:spcBef>
                <a:spcPts val="0"/>
              </a:spcBef>
              <a:spcAft>
                <a:spcPts val="0"/>
              </a:spcAft>
              <a:buSzPts val="2100"/>
              <a:buFont typeface="Lato"/>
              <a:buChar char="●"/>
            </a:pPr>
            <a:r>
              <a:rPr lang="en" sz="2100">
                <a:latin typeface="Lato"/>
                <a:ea typeface="Lato"/>
                <a:cs typeface="Lato"/>
                <a:sym typeface="Lato"/>
              </a:rPr>
              <a:t>Able to reset password</a:t>
            </a:r>
            <a:endParaRPr sz="2100"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1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349" name="Google Shape;8349;p124"/>
          <p:cNvSpPr txBox="1">
            <a:spLocks noGrp="1"/>
          </p:cNvSpPr>
          <p:nvPr>
            <p:ph type="subTitle" idx="3"/>
          </p:nvPr>
        </p:nvSpPr>
        <p:spPr>
          <a:xfrm>
            <a:off x="2461200" y="1202775"/>
            <a:ext cx="4589400" cy="84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rPr>
              <a:t>Functional Requirements - General</a:t>
            </a:r>
            <a:endParaRPr>
              <a:solidFill>
                <a:schemeClr val="accent5"/>
              </a:solidFill>
              <a:latin typeface="Josefin Sans SemiBold"/>
              <a:ea typeface="Josefin Sans SemiBold"/>
              <a:cs typeface="Josefin Sans SemiBold"/>
              <a:sym typeface="Josefin Sans SemiBold"/>
            </a:endParaRPr>
          </a:p>
        </p:txBody>
      </p:sp>
      <p:sp>
        <p:nvSpPr>
          <p:cNvPr id="8350" name="Google Shape;8350;p124"/>
          <p:cNvSpPr txBox="1"/>
          <p:nvPr/>
        </p:nvSpPr>
        <p:spPr>
          <a:xfrm>
            <a:off x="7268308" y="4742850"/>
            <a:ext cx="1598992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2020/ICT/48</a:t>
            </a:r>
            <a:endParaRPr sz="1600" dirty="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5" name="Google Shape;8355;p125"/>
          <p:cNvSpPr txBox="1">
            <a:spLocks noGrp="1"/>
          </p:cNvSpPr>
          <p:nvPr>
            <p:ph type="title"/>
          </p:nvPr>
        </p:nvSpPr>
        <p:spPr>
          <a:xfrm>
            <a:off x="2093550" y="380275"/>
            <a:ext cx="4956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Requir</a:t>
            </a:r>
            <a:r>
              <a:rPr lang="en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ements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356" name="Google Shape;8356;p125"/>
          <p:cNvSpPr txBox="1">
            <a:spLocks noGrp="1"/>
          </p:cNvSpPr>
          <p:nvPr>
            <p:ph type="subTitle" idx="2"/>
          </p:nvPr>
        </p:nvSpPr>
        <p:spPr>
          <a:xfrm>
            <a:off x="225825" y="1345075"/>
            <a:ext cx="2641500" cy="366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AutoNum type="arabicPeriod"/>
            </a:pPr>
            <a:r>
              <a:rPr lang="en" sz="1500" b="1" dirty="0">
                <a:latin typeface="Lato"/>
                <a:ea typeface="Lato"/>
                <a:cs typeface="Lato"/>
                <a:sym typeface="Lato"/>
              </a:rPr>
              <a:t>Admin</a:t>
            </a:r>
            <a:endParaRPr sz="1500" b="1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Create users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Create batches and curriculums</a:t>
            </a:r>
          </a:p>
          <a:p>
            <a:pPr indent="-323850" algn="l">
              <a:buSzPts val="1500"/>
              <a:buFont typeface="Lato"/>
              <a:buChar char="●"/>
            </a:pPr>
            <a:r>
              <a:rPr lang="en-US" sz="1500" dirty="0">
                <a:latin typeface="Lato"/>
                <a:ea typeface="Lato"/>
                <a:cs typeface="Lato"/>
                <a:sym typeface="Lato"/>
              </a:rPr>
              <a:t>Verify/update eligibility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Insert medical &amp; resit students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Generate examination admission sheet &amp; attendance sheet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Generate index numbers for students who do not have them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13716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357" name="Google Shape;8357;p125"/>
          <p:cNvSpPr txBox="1">
            <a:spLocks noGrp="1"/>
          </p:cNvSpPr>
          <p:nvPr>
            <p:ph type="subTitle" idx="3"/>
          </p:nvPr>
        </p:nvSpPr>
        <p:spPr>
          <a:xfrm>
            <a:off x="2461200" y="495775"/>
            <a:ext cx="4726800" cy="84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  <a:latin typeface="Josefin Sans SemiBold"/>
                <a:ea typeface="Josefin Sans SemiBold"/>
                <a:cs typeface="Josefin Sans SemiBold"/>
                <a:sym typeface="Josefin Sans SemiBold"/>
              </a:rPr>
              <a:t>Functional Requirements - User Based</a:t>
            </a:r>
            <a:endParaRPr>
              <a:solidFill>
                <a:schemeClr val="accent5"/>
              </a:solidFill>
              <a:latin typeface="Josefin Sans SemiBold"/>
              <a:ea typeface="Josefin Sans SemiBold"/>
              <a:cs typeface="Josefin Sans SemiBold"/>
              <a:sym typeface="Josefin Sans SemiBold"/>
            </a:endParaRPr>
          </a:p>
        </p:txBody>
      </p:sp>
      <p:sp>
        <p:nvSpPr>
          <p:cNvPr id="8358" name="Google Shape;8358;p125"/>
          <p:cNvSpPr txBox="1">
            <a:spLocks noGrp="1"/>
          </p:cNvSpPr>
          <p:nvPr>
            <p:ph type="subTitle" idx="2"/>
          </p:nvPr>
        </p:nvSpPr>
        <p:spPr>
          <a:xfrm>
            <a:off x="2798600" y="1408300"/>
            <a:ext cx="1821600" cy="256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2.</a:t>
            </a:r>
            <a:r>
              <a:rPr lang="en" sz="1500" b="1" dirty="0">
                <a:latin typeface="Lato"/>
                <a:ea typeface="Lato"/>
                <a:cs typeface="Lato"/>
                <a:sym typeface="Lato"/>
              </a:rPr>
              <a:t>HOD &amp; Dean</a:t>
            </a:r>
            <a:endParaRPr sz="1500" b="1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Update eligibility of students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View report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359" name="Google Shape;8359;p125"/>
          <p:cNvSpPr txBox="1">
            <a:spLocks noGrp="1"/>
          </p:cNvSpPr>
          <p:nvPr>
            <p:ph type="subTitle" idx="2"/>
          </p:nvPr>
        </p:nvSpPr>
        <p:spPr>
          <a:xfrm>
            <a:off x="4661200" y="1408300"/>
            <a:ext cx="2288700" cy="256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3.</a:t>
            </a:r>
            <a:r>
              <a:rPr lang="en" sz="1500" b="1" dirty="0">
                <a:latin typeface="Lato"/>
                <a:ea typeface="Lato"/>
                <a:cs typeface="Lato"/>
                <a:sym typeface="Lato"/>
              </a:rPr>
              <a:t>Lecturer in-charge</a:t>
            </a:r>
            <a:endParaRPr sz="1500" b="1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Update eligibility of students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360" name="Google Shape;8360;p125"/>
          <p:cNvSpPr txBox="1">
            <a:spLocks noGrp="1"/>
          </p:cNvSpPr>
          <p:nvPr>
            <p:ph type="subTitle" idx="2"/>
          </p:nvPr>
        </p:nvSpPr>
        <p:spPr>
          <a:xfrm>
            <a:off x="6943200" y="1408300"/>
            <a:ext cx="2288700" cy="256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4.</a:t>
            </a:r>
            <a:r>
              <a:rPr lang="en" sz="1500" b="1" dirty="0">
                <a:latin typeface="Lato"/>
                <a:ea typeface="Lato"/>
                <a:cs typeface="Lato"/>
                <a:sym typeface="Lato"/>
              </a:rPr>
              <a:t>Student</a:t>
            </a:r>
            <a:r>
              <a:rPr lang="en" sz="1500" dirty="0">
                <a:latin typeface="Lato"/>
                <a:ea typeface="Lato"/>
                <a:cs typeface="Lato"/>
                <a:sym typeface="Lato"/>
              </a:rPr>
              <a:t>	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Apply for examination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Font typeface="Lato"/>
              <a:buChar char="●"/>
            </a:pPr>
            <a:r>
              <a:rPr lang="en" sz="1500" dirty="0">
                <a:latin typeface="Lato"/>
                <a:ea typeface="Lato"/>
                <a:cs typeface="Lato"/>
                <a:sym typeface="Lato"/>
              </a:rPr>
              <a:t>Download Admission. (Temporarily disabled)</a:t>
            </a:r>
            <a:endParaRPr sz="1500" dirty="0"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361" name="Google Shape;8361;p125"/>
          <p:cNvSpPr txBox="1"/>
          <p:nvPr/>
        </p:nvSpPr>
        <p:spPr>
          <a:xfrm>
            <a:off x="7291754" y="4742850"/>
            <a:ext cx="1575546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2020/ICT/48</a:t>
            </a:r>
            <a:endParaRPr sz="1600" dirty="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6" name="Google Shape;8366;p126"/>
          <p:cNvSpPr/>
          <p:nvPr/>
        </p:nvSpPr>
        <p:spPr>
          <a:xfrm rot="2247750" flipH="1">
            <a:off x="-1044572" y="338137"/>
            <a:ext cx="2110994" cy="2948624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367" name="Google Shape;8367;p1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Requir</a:t>
            </a:r>
            <a:r>
              <a:rPr lang="en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ements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368" name="Google Shape;8368;p126"/>
          <p:cNvSpPr txBox="1">
            <a:spLocks noGrp="1"/>
          </p:cNvSpPr>
          <p:nvPr>
            <p:ph type="subTitle" idx="1"/>
          </p:nvPr>
        </p:nvSpPr>
        <p:spPr>
          <a:xfrm>
            <a:off x="3480750" y="2237100"/>
            <a:ext cx="2452500" cy="23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Performance 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Scalability 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Security 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Reliability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User-friendly 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Maintainability 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Data Integrity</a:t>
            </a:r>
            <a:endParaRPr sz="1500"/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Compliance</a:t>
            </a:r>
            <a:endParaRPr sz="1500"/>
          </a:p>
        </p:txBody>
      </p:sp>
      <p:grpSp>
        <p:nvGrpSpPr>
          <p:cNvPr id="8369" name="Google Shape;8369;p126"/>
          <p:cNvGrpSpPr/>
          <p:nvPr/>
        </p:nvGrpSpPr>
        <p:grpSpPr>
          <a:xfrm>
            <a:off x="7258279" y="1879712"/>
            <a:ext cx="402802" cy="402802"/>
            <a:chOff x="5380775" y="2603525"/>
            <a:chExt cx="454425" cy="454425"/>
          </a:xfrm>
        </p:grpSpPr>
        <p:sp>
          <p:nvSpPr>
            <p:cNvPr id="8370" name="Google Shape;8370;p126"/>
            <p:cNvSpPr/>
            <p:nvPr/>
          </p:nvSpPr>
          <p:spPr>
            <a:xfrm>
              <a:off x="5540550" y="2683375"/>
              <a:ext cx="81675" cy="53275"/>
            </a:xfrm>
            <a:custGeom>
              <a:avLst/>
              <a:gdLst/>
              <a:ahLst/>
              <a:cxnLst/>
              <a:rect l="l" t="t" r="r" b="b"/>
              <a:pathLst>
                <a:path w="3267" h="2131" extrusionOk="0">
                  <a:moveTo>
                    <a:pt x="0" y="0"/>
                  </a:moveTo>
                  <a:lnTo>
                    <a:pt x="0" y="2130"/>
                  </a:lnTo>
                  <a:lnTo>
                    <a:pt x="3266" y="2130"/>
                  </a:lnTo>
                  <a:lnTo>
                    <a:pt x="32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26"/>
            <p:cNvSpPr/>
            <p:nvPr/>
          </p:nvSpPr>
          <p:spPr>
            <a:xfrm>
              <a:off x="5648825" y="2683375"/>
              <a:ext cx="26650" cy="53275"/>
            </a:xfrm>
            <a:custGeom>
              <a:avLst/>
              <a:gdLst/>
              <a:ahLst/>
              <a:cxnLst/>
              <a:rect l="l" t="t" r="r" b="b"/>
              <a:pathLst>
                <a:path w="1066" h="2131" extrusionOk="0">
                  <a:moveTo>
                    <a:pt x="0" y="0"/>
                  </a:moveTo>
                  <a:lnTo>
                    <a:pt x="0" y="2130"/>
                  </a:lnTo>
                  <a:lnTo>
                    <a:pt x="1066" y="2130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26"/>
            <p:cNvSpPr/>
            <p:nvPr/>
          </p:nvSpPr>
          <p:spPr>
            <a:xfrm>
              <a:off x="5692225" y="2756950"/>
              <a:ext cx="142975" cy="301000"/>
            </a:xfrm>
            <a:custGeom>
              <a:avLst/>
              <a:gdLst/>
              <a:ahLst/>
              <a:cxnLst/>
              <a:rect l="l" t="t" r="r" b="b"/>
              <a:pathLst>
                <a:path w="5719" h="12040" extrusionOk="0">
                  <a:moveTo>
                    <a:pt x="3056" y="1"/>
                  </a:moveTo>
                  <a:lnTo>
                    <a:pt x="3056" y="5151"/>
                  </a:lnTo>
                  <a:lnTo>
                    <a:pt x="1922" y="4016"/>
                  </a:lnTo>
                  <a:cubicBezTo>
                    <a:pt x="1714" y="3808"/>
                    <a:pt x="1441" y="3704"/>
                    <a:pt x="1169" y="3704"/>
                  </a:cubicBezTo>
                  <a:cubicBezTo>
                    <a:pt x="897" y="3704"/>
                    <a:pt x="624" y="3808"/>
                    <a:pt x="416" y="4016"/>
                  </a:cubicBezTo>
                  <a:cubicBezTo>
                    <a:pt x="0" y="4432"/>
                    <a:pt x="16" y="5084"/>
                    <a:pt x="251" y="5623"/>
                  </a:cubicBezTo>
                  <a:cubicBezTo>
                    <a:pt x="760" y="6789"/>
                    <a:pt x="2702" y="9657"/>
                    <a:pt x="2702" y="9657"/>
                  </a:cubicBezTo>
                  <a:lnTo>
                    <a:pt x="2702" y="11507"/>
                  </a:lnTo>
                  <a:cubicBezTo>
                    <a:pt x="2702" y="11799"/>
                    <a:pt x="2941" y="12040"/>
                    <a:pt x="3235" y="12040"/>
                  </a:cubicBezTo>
                  <a:lnTo>
                    <a:pt x="5186" y="12040"/>
                  </a:lnTo>
                  <a:cubicBezTo>
                    <a:pt x="5480" y="12040"/>
                    <a:pt x="5719" y="11799"/>
                    <a:pt x="5719" y="11507"/>
                  </a:cubicBezTo>
                  <a:lnTo>
                    <a:pt x="5719" y="9657"/>
                  </a:lnTo>
                  <a:lnTo>
                    <a:pt x="5365" y="3375"/>
                  </a:lnTo>
                  <a:cubicBezTo>
                    <a:pt x="5365" y="3081"/>
                    <a:pt x="5195" y="2672"/>
                    <a:pt x="4988" y="2465"/>
                  </a:cubicBezTo>
                  <a:lnTo>
                    <a:pt x="30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26"/>
            <p:cNvSpPr/>
            <p:nvPr/>
          </p:nvSpPr>
          <p:spPr>
            <a:xfrm>
              <a:off x="5485675" y="2948750"/>
              <a:ext cx="244675" cy="53275"/>
            </a:xfrm>
            <a:custGeom>
              <a:avLst/>
              <a:gdLst/>
              <a:ahLst/>
              <a:cxnLst/>
              <a:rect l="l" t="t" r="r" b="b"/>
              <a:pathLst>
                <a:path w="9787" h="2131" extrusionOk="0">
                  <a:moveTo>
                    <a:pt x="1358" y="0"/>
                  </a:moveTo>
                  <a:cubicBezTo>
                    <a:pt x="873" y="802"/>
                    <a:pt x="331" y="1631"/>
                    <a:pt x="0" y="2131"/>
                  </a:cubicBezTo>
                  <a:lnTo>
                    <a:pt x="9787" y="2131"/>
                  </a:lnTo>
                  <a:cubicBezTo>
                    <a:pt x="9456" y="1631"/>
                    <a:pt x="8914" y="802"/>
                    <a:pt x="8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26"/>
            <p:cNvSpPr/>
            <p:nvPr/>
          </p:nvSpPr>
          <p:spPr>
            <a:xfrm>
              <a:off x="5380775" y="2756950"/>
              <a:ext cx="143000" cy="301000"/>
            </a:xfrm>
            <a:custGeom>
              <a:avLst/>
              <a:gdLst/>
              <a:ahLst/>
              <a:cxnLst/>
              <a:rect l="l" t="t" r="r" b="b"/>
              <a:pathLst>
                <a:path w="5720" h="12040" extrusionOk="0">
                  <a:moveTo>
                    <a:pt x="2663" y="1"/>
                  </a:moveTo>
                  <a:lnTo>
                    <a:pt x="732" y="2465"/>
                  </a:lnTo>
                  <a:cubicBezTo>
                    <a:pt x="526" y="2672"/>
                    <a:pt x="356" y="3081"/>
                    <a:pt x="356" y="3375"/>
                  </a:cubicBezTo>
                  <a:lnTo>
                    <a:pt x="0" y="9657"/>
                  </a:lnTo>
                  <a:lnTo>
                    <a:pt x="0" y="11507"/>
                  </a:lnTo>
                  <a:cubicBezTo>
                    <a:pt x="0" y="11799"/>
                    <a:pt x="241" y="12040"/>
                    <a:pt x="533" y="12040"/>
                  </a:cubicBezTo>
                  <a:lnTo>
                    <a:pt x="2486" y="12040"/>
                  </a:lnTo>
                  <a:cubicBezTo>
                    <a:pt x="2778" y="12040"/>
                    <a:pt x="3019" y="11799"/>
                    <a:pt x="3019" y="11507"/>
                  </a:cubicBezTo>
                  <a:lnTo>
                    <a:pt x="3019" y="9657"/>
                  </a:lnTo>
                  <a:cubicBezTo>
                    <a:pt x="3019" y="9657"/>
                    <a:pt x="4959" y="6789"/>
                    <a:pt x="5469" y="5623"/>
                  </a:cubicBezTo>
                  <a:cubicBezTo>
                    <a:pt x="5705" y="5084"/>
                    <a:pt x="5719" y="4432"/>
                    <a:pt x="5303" y="4016"/>
                  </a:cubicBezTo>
                  <a:cubicBezTo>
                    <a:pt x="5096" y="3808"/>
                    <a:pt x="4823" y="3704"/>
                    <a:pt x="4551" y="3704"/>
                  </a:cubicBezTo>
                  <a:cubicBezTo>
                    <a:pt x="4278" y="3704"/>
                    <a:pt x="4006" y="3808"/>
                    <a:pt x="3798" y="4016"/>
                  </a:cubicBezTo>
                  <a:lnTo>
                    <a:pt x="2663" y="5151"/>
                  </a:lnTo>
                  <a:lnTo>
                    <a:pt x="26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26"/>
            <p:cNvSpPr/>
            <p:nvPr/>
          </p:nvSpPr>
          <p:spPr>
            <a:xfrm>
              <a:off x="5473975" y="2603525"/>
              <a:ext cx="268025" cy="318625"/>
            </a:xfrm>
            <a:custGeom>
              <a:avLst/>
              <a:gdLst/>
              <a:ahLst/>
              <a:cxnLst/>
              <a:rect l="l" t="t" r="r" b="b"/>
              <a:pathLst>
                <a:path w="10721" h="12745" extrusionOk="0">
                  <a:moveTo>
                    <a:pt x="8592" y="2129"/>
                  </a:moveTo>
                  <a:cubicBezTo>
                    <a:pt x="8886" y="2129"/>
                    <a:pt x="9125" y="2368"/>
                    <a:pt x="9125" y="2662"/>
                  </a:cubicBezTo>
                  <a:lnTo>
                    <a:pt x="9125" y="5857"/>
                  </a:lnTo>
                  <a:cubicBezTo>
                    <a:pt x="9125" y="6152"/>
                    <a:pt x="8886" y="6390"/>
                    <a:pt x="8592" y="6390"/>
                  </a:cubicBezTo>
                  <a:lnTo>
                    <a:pt x="2131" y="6390"/>
                  </a:lnTo>
                  <a:cubicBezTo>
                    <a:pt x="1836" y="6390"/>
                    <a:pt x="1598" y="6152"/>
                    <a:pt x="1598" y="5857"/>
                  </a:cubicBezTo>
                  <a:lnTo>
                    <a:pt x="1598" y="2662"/>
                  </a:lnTo>
                  <a:cubicBezTo>
                    <a:pt x="1598" y="2368"/>
                    <a:pt x="1837" y="2129"/>
                    <a:pt x="2131" y="2129"/>
                  </a:cubicBezTo>
                  <a:close/>
                  <a:moveTo>
                    <a:pt x="1066" y="0"/>
                  </a:moveTo>
                  <a:cubicBezTo>
                    <a:pt x="477" y="0"/>
                    <a:pt x="0" y="477"/>
                    <a:pt x="0" y="1064"/>
                  </a:cubicBezTo>
                  <a:lnTo>
                    <a:pt x="0" y="8933"/>
                  </a:lnTo>
                  <a:cubicBezTo>
                    <a:pt x="258" y="8825"/>
                    <a:pt x="536" y="8769"/>
                    <a:pt x="824" y="8769"/>
                  </a:cubicBezTo>
                  <a:cubicBezTo>
                    <a:pt x="1392" y="8769"/>
                    <a:pt x="1928" y="8990"/>
                    <a:pt x="2329" y="9392"/>
                  </a:cubicBezTo>
                  <a:cubicBezTo>
                    <a:pt x="3019" y="10080"/>
                    <a:pt x="3167" y="11147"/>
                    <a:pt x="2718" y="12176"/>
                  </a:cubicBezTo>
                  <a:cubicBezTo>
                    <a:pt x="2645" y="12341"/>
                    <a:pt x="2548" y="12534"/>
                    <a:pt x="2436" y="12744"/>
                  </a:cubicBezTo>
                  <a:lnTo>
                    <a:pt x="8286" y="12744"/>
                  </a:lnTo>
                  <a:cubicBezTo>
                    <a:pt x="8173" y="12534"/>
                    <a:pt x="8077" y="12341"/>
                    <a:pt x="8005" y="12176"/>
                  </a:cubicBezTo>
                  <a:cubicBezTo>
                    <a:pt x="7554" y="11147"/>
                    <a:pt x="7704" y="10080"/>
                    <a:pt x="8392" y="9392"/>
                  </a:cubicBezTo>
                  <a:cubicBezTo>
                    <a:pt x="8795" y="8990"/>
                    <a:pt x="9330" y="8769"/>
                    <a:pt x="9899" y="8769"/>
                  </a:cubicBezTo>
                  <a:cubicBezTo>
                    <a:pt x="10185" y="8769"/>
                    <a:pt x="10465" y="8825"/>
                    <a:pt x="10721" y="8933"/>
                  </a:cubicBezTo>
                  <a:lnTo>
                    <a:pt x="10721" y="533"/>
                  </a:lnTo>
                  <a:cubicBezTo>
                    <a:pt x="10721" y="239"/>
                    <a:pt x="10482" y="0"/>
                    <a:pt x="10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376" name="Google Shape;8376;p126"/>
          <p:cNvSpPr/>
          <p:nvPr/>
        </p:nvSpPr>
        <p:spPr>
          <a:xfrm rot="-2247750">
            <a:off x="7937028" y="2294187"/>
            <a:ext cx="2110994" cy="2948624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377" name="Google Shape;8377;p126"/>
          <p:cNvSpPr txBox="1">
            <a:spLocks noGrp="1"/>
          </p:cNvSpPr>
          <p:nvPr>
            <p:ph type="subTitle" idx="4"/>
          </p:nvPr>
        </p:nvSpPr>
        <p:spPr>
          <a:xfrm>
            <a:off x="2461200" y="1202763"/>
            <a:ext cx="4221600" cy="849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Josefin Sans SemiBold"/>
                <a:ea typeface="Josefin Sans SemiBold"/>
                <a:cs typeface="Josefin Sans SemiBold"/>
                <a:sym typeface="Josefin Sans SemiBold"/>
              </a:rPr>
              <a:t>Non-Functional Requirements</a:t>
            </a:r>
            <a:endParaRPr>
              <a:latin typeface="Josefin Sans SemiBold"/>
              <a:ea typeface="Josefin Sans SemiBold"/>
              <a:cs typeface="Josefin Sans SemiBold"/>
              <a:sym typeface="Josefin Sans SemiBold"/>
            </a:endParaRPr>
          </a:p>
        </p:txBody>
      </p:sp>
      <p:sp>
        <p:nvSpPr>
          <p:cNvPr id="8378" name="Google Shape;8378;p126"/>
          <p:cNvSpPr txBox="1"/>
          <p:nvPr/>
        </p:nvSpPr>
        <p:spPr>
          <a:xfrm>
            <a:off x="7258275" y="4742850"/>
            <a:ext cx="1608900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2020/ICT/101</a:t>
            </a:r>
            <a:endParaRPr sz="160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3" name="Google Shape;8383;p127"/>
          <p:cNvSpPr txBox="1">
            <a:spLocks noGrp="1"/>
          </p:cNvSpPr>
          <p:nvPr>
            <p:ph type="title"/>
          </p:nvPr>
        </p:nvSpPr>
        <p:spPr>
          <a:xfrm>
            <a:off x="720000" y="23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 System </a:t>
            </a:r>
            <a:r>
              <a:rPr lang="en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Implementation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pic>
        <p:nvPicPr>
          <p:cNvPr id="8384" name="Google Shape;8384;p127" title="pngwing.com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7525" y="921875"/>
            <a:ext cx="7641950" cy="3820975"/>
          </a:xfrm>
          <a:prstGeom prst="rect">
            <a:avLst/>
          </a:prstGeom>
          <a:noFill/>
          <a:ln>
            <a:noFill/>
          </a:ln>
        </p:spPr>
      </p:pic>
      <p:sp>
        <p:nvSpPr>
          <p:cNvPr id="8385" name="Google Shape;8385;p127"/>
          <p:cNvSpPr txBox="1"/>
          <p:nvPr/>
        </p:nvSpPr>
        <p:spPr>
          <a:xfrm>
            <a:off x="7151077" y="4742850"/>
            <a:ext cx="1716223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2020/ICT/18</a:t>
            </a:r>
            <a:endParaRPr sz="1600" dirty="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0" name="Google Shape;8390;p128"/>
          <p:cNvSpPr txBox="1">
            <a:spLocks noGrp="1"/>
          </p:cNvSpPr>
          <p:nvPr>
            <p:ph type="subTitle" idx="1"/>
          </p:nvPr>
        </p:nvSpPr>
        <p:spPr>
          <a:xfrm>
            <a:off x="943850" y="1766275"/>
            <a:ext cx="3731400" cy="2625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  <a:t>Frontend: Next.js , Tailwind CSS</a:t>
            </a:r>
            <a:b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</a:br>
            <a:endParaRPr sz="1500">
              <a:solidFill>
                <a:srgbClr val="000000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  <a:t>Backend: Node.js (Express)</a:t>
            </a:r>
            <a:b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</a:br>
            <a:endParaRPr sz="1500">
              <a:solidFill>
                <a:srgbClr val="000000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  <a:t>Database: MySQL</a:t>
            </a:r>
            <a:b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</a:br>
            <a:endParaRPr sz="1500">
              <a:solidFill>
                <a:srgbClr val="000000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  <a:t>Authentication: JWT JSON Web Tokens</a:t>
            </a:r>
            <a:b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</a:br>
            <a:endParaRPr sz="1500">
              <a:solidFill>
                <a:srgbClr val="000000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000000"/>
                </a:solidFill>
                <a:latin typeface="Lato"/>
                <a:ea typeface="Lato"/>
                <a:cs typeface="Lato"/>
                <a:sym typeface="Lato"/>
              </a:rPr>
              <a:t>Design Tools: Figma</a:t>
            </a:r>
            <a:endParaRPr sz="1500">
              <a:solidFill>
                <a:srgbClr val="000000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391" name="Google Shape;8391;p128"/>
          <p:cNvSpPr/>
          <p:nvPr/>
        </p:nvSpPr>
        <p:spPr>
          <a:xfrm rot="302267">
            <a:off x="6907820" y="2650263"/>
            <a:ext cx="2110903" cy="2949004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392" name="Google Shape;8392;p12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Technology</a:t>
            </a:r>
            <a:r>
              <a:rPr lang="en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 Used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8393" name="Google Shape;8393;p128"/>
          <p:cNvGrpSpPr/>
          <p:nvPr/>
        </p:nvGrpSpPr>
        <p:grpSpPr>
          <a:xfrm>
            <a:off x="7313133" y="1226693"/>
            <a:ext cx="357244" cy="359774"/>
            <a:chOff x="2559725" y="1616900"/>
            <a:chExt cx="451750" cy="454950"/>
          </a:xfrm>
        </p:grpSpPr>
        <p:sp>
          <p:nvSpPr>
            <p:cNvPr id="8394" name="Google Shape;8394;p128"/>
            <p:cNvSpPr/>
            <p:nvPr/>
          </p:nvSpPr>
          <p:spPr>
            <a:xfrm>
              <a:off x="2732750" y="1696775"/>
              <a:ext cx="39975" cy="56825"/>
            </a:xfrm>
            <a:custGeom>
              <a:avLst/>
              <a:gdLst/>
              <a:ahLst/>
              <a:cxnLst/>
              <a:rect l="l" t="t" r="r" b="b"/>
              <a:pathLst>
                <a:path w="1599" h="2273" extrusionOk="0">
                  <a:moveTo>
                    <a:pt x="1" y="1"/>
                  </a:moveTo>
                  <a:lnTo>
                    <a:pt x="1" y="2272"/>
                  </a:lnTo>
                  <a:lnTo>
                    <a:pt x="1599" y="2272"/>
                  </a:lnTo>
                  <a:lnTo>
                    <a:pt x="1599" y="531"/>
                  </a:lnTo>
                  <a:cubicBezTo>
                    <a:pt x="1599" y="238"/>
                    <a:pt x="1361" y="1"/>
                    <a:pt x="10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28"/>
            <p:cNvSpPr/>
            <p:nvPr/>
          </p:nvSpPr>
          <p:spPr>
            <a:xfrm>
              <a:off x="2798425" y="1696775"/>
              <a:ext cx="39975" cy="56825"/>
            </a:xfrm>
            <a:custGeom>
              <a:avLst/>
              <a:gdLst/>
              <a:ahLst/>
              <a:cxnLst/>
              <a:rect l="l" t="t" r="r" b="b"/>
              <a:pathLst>
                <a:path w="1599" h="2273" extrusionOk="0">
                  <a:moveTo>
                    <a:pt x="530" y="1"/>
                  </a:moveTo>
                  <a:cubicBezTo>
                    <a:pt x="238" y="1"/>
                    <a:pt x="1" y="238"/>
                    <a:pt x="1" y="531"/>
                  </a:cubicBezTo>
                  <a:lnTo>
                    <a:pt x="1" y="2272"/>
                  </a:lnTo>
                  <a:lnTo>
                    <a:pt x="1599" y="2272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28"/>
            <p:cNvSpPr/>
            <p:nvPr/>
          </p:nvSpPr>
          <p:spPr>
            <a:xfrm>
              <a:off x="2559725" y="1616900"/>
              <a:ext cx="451750" cy="242300"/>
            </a:xfrm>
            <a:custGeom>
              <a:avLst/>
              <a:gdLst/>
              <a:ahLst/>
              <a:cxnLst/>
              <a:rect l="l" t="t" r="r" b="b"/>
              <a:pathLst>
                <a:path w="18070" h="9692" extrusionOk="0">
                  <a:moveTo>
                    <a:pt x="3799" y="2734"/>
                  </a:moveTo>
                  <a:cubicBezTo>
                    <a:pt x="4058" y="2734"/>
                    <a:pt x="4288" y="2914"/>
                    <a:pt x="4333" y="3169"/>
                  </a:cubicBezTo>
                  <a:cubicBezTo>
                    <a:pt x="4392" y="3507"/>
                    <a:pt x="4134" y="3799"/>
                    <a:pt x="3809" y="3799"/>
                  </a:cubicBezTo>
                  <a:lnTo>
                    <a:pt x="2125" y="3799"/>
                  </a:lnTo>
                  <a:cubicBezTo>
                    <a:pt x="1865" y="3799"/>
                    <a:pt x="1635" y="3619"/>
                    <a:pt x="1591" y="3364"/>
                  </a:cubicBezTo>
                  <a:cubicBezTo>
                    <a:pt x="1531" y="3028"/>
                    <a:pt x="1789" y="2734"/>
                    <a:pt x="2114" y="2734"/>
                  </a:cubicBezTo>
                  <a:close/>
                  <a:moveTo>
                    <a:pt x="15957" y="2734"/>
                  </a:moveTo>
                  <a:cubicBezTo>
                    <a:pt x="16216" y="2734"/>
                    <a:pt x="16446" y="2914"/>
                    <a:pt x="16491" y="3169"/>
                  </a:cubicBezTo>
                  <a:cubicBezTo>
                    <a:pt x="16550" y="3507"/>
                    <a:pt x="16292" y="3799"/>
                    <a:pt x="15967" y="3799"/>
                  </a:cubicBezTo>
                  <a:lnTo>
                    <a:pt x="14283" y="3799"/>
                  </a:lnTo>
                  <a:cubicBezTo>
                    <a:pt x="14024" y="3799"/>
                    <a:pt x="13794" y="3619"/>
                    <a:pt x="13749" y="3364"/>
                  </a:cubicBezTo>
                  <a:cubicBezTo>
                    <a:pt x="13690" y="3028"/>
                    <a:pt x="13948" y="2734"/>
                    <a:pt x="14273" y="2734"/>
                  </a:cubicBezTo>
                  <a:close/>
                  <a:moveTo>
                    <a:pt x="3799" y="4864"/>
                  </a:moveTo>
                  <a:cubicBezTo>
                    <a:pt x="4058" y="4864"/>
                    <a:pt x="4288" y="5044"/>
                    <a:pt x="4333" y="5299"/>
                  </a:cubicBezTo>
                  <a:cubicBezTo>
                    <a:pt x="4392" y="5637"/>
                    <a:pt x="4134" y="5929"/>
                    <a:pt x="3809" y="5929"/>
                  </a:cubicBezTo>
                  <a:lnTo>
                    <a:pt x="2125" y="5929"/>
                  </a:lnTo>
                  <a:cubicBezTo>
                    <a:pt x="1865" y="5929"/>
                    <a:pt x="1635" y="5749"/>
                    <a:pt x="1591" y="5493"/>
                  </a:cubicBezTo>
                  <a:cubicBezTo>
                    <a:pt x="1531" y="5156"/>
                    <a:pt x="1789" y="4864"/>
                    <a:pt x="2114" y="4864"/>
                  </a:cubicBezTo>
                  <a:close/>
                  <a:moveTo>
                    <a:pt x="15957" y="4864"/>
                  </a:moveTo>
                  <a:cubicBezTo>
                    <a:pt x="16216" y="4864"/>
                    <a:pt x="16446" y="5044"/>
                    <a:pt x="16491" y="5299"/>
                  </a:cubicBezTo>
                  <a:cubicBezTo>
                    <a:pt x="16550" y="5637"/>
                    <a:pt x="16292" y="5929"/>
                    <a:pt x="15967" y="5929"/>
                  </a:cubicBezTo>
                  <a:lnTo>
                    <a:pt x="14283" y="5929"/>
                  </a:lnTo>
                  <a:cubicBezTo>
                    <a:pt x="14024" y="5929"/>
                    <a:pt x="13794" y="5749"/>
                    <a:pt x="13749" y="5493"/>
                  </a:cubicBezTo>
                  <a:cubicBezTo>
                    <a:pt x="13690" y="5156"/>
                    <a:pt x="13948" y="4864"/>
                    <a:pt x="14273" y="4864"/>
                  </a:cubicBezTo>
                  <a:close/>
                  <a:moveTo>
                    <a:pt x="11682" y="2131"/>
                  </a:moveTo>
                  <a:cubicBezTo>
                    <a:pt x="11974" y="2131"/>
                    <a:pt x="12212" y="2368"/>
                    <a:pt x="12212" y="2661"/>
                  </a:cubicBezTo>
                  <a:lnTo>
                    <a:pt x="12212" y="5967"/>
                  </a:lnTo>
                  <a:cubicBezTo>
                    <a:pt x="12212" y="6260"/>
                    <a:pt x="11976" y="6496"/>
                    <a:pt x="11682" y="6496"/>
                  </a:cubicBezTo>
                  <a:lnTo>
                    <a:pt x="6387" y="6496"/>
                  </a:lnTo>
                  <a:cubicBezTo>
                    <a:pt x="6094" y="6496"/>
                    <a:pt x="5857" y="6260"/>
                    <a:pt x="5857" y="5967"/>
                  </a:cubicBezTo>
                  <a:lnTo>
                    <a:pt x="5857" y="2661"/>
                  </a:lnTo>
                  <a:cubicBezTo>
                    <a:pt x="5857" y="2368"/>
                    <a:pt x="6094" y="2131"/>
                    <a:pt x="6387" y="2131"/>
                  </a:cubicBezTo>
                  <a:lnTo>
                    <a:pt x="7976" y="2131"/>
                  </a:lnTo>
                  <a:cubicBezTo>
                    <a:pt x="8383" y="2131"/>
                    <a:pt x="8753" y="2283"/>
                    <a:pt x="9035" y="2535"/>
                  </a:cubicBezTo>
                  <a:cubicBezTo>
                    <a:pt x="9316" y="2283"/>
                    <a:pt x="9687" y="2131"/>
                    <a:pt x="10093" y="2131"/>
                  </a:cubicBezTo>
                  <a:close/>
                  <a:moveTo>
                    <a:pt x="530" y="1"/>
                  </a:moveTo>
                  <a:cubicBezTo>
                    <a:pt x="238" y="1"/>
                    <a:pt x="0" y="238"/>
                    <a:pt x="0" y="530"/>
                  </a:cubicBezTo>
                  <a:lnTo>
                    <a:pt x="0" y="8097"/>
                  </a:lnTo>
                  <a:cubicBezTo>
                    <a:pt x="0" y="8391"/>
                    <a:pt x="238" y="8627"/>
                    <a:pt x="530" y="8627"/>
                  </a:cubicBezTo>
                  <a:lnTo>
                    <a:pt x="2369" y="8627"/>
                  </a:lnTo>
                  <a:lnTo>
                    <a:pt x="3102" y="9502"/>
                  </a:lnTo>
                  <a:cubicBezTo>
                    <a:pt x="3203" y="9623"/>
                    <a:pt x="3352" y="9692"/>
                    <a:pt x="3509" y="9692"/>
                  </a:cubicBezTo>
                  <a:lnTo>
                    <a:pt x="3511" y="9692"/>
                  </a:lnTo>
                  <a:cubicBezTo>
                    <a:pt x="3669" y="9692"/>
                    <a:pt x="3819" y="9621"/>
                    <a:pt x="3919" y="9500"/>
                  </a:cubicBezTo>
                  <a:lnTo>
                    <a:pt x="4643" y="8627"/>
                  </a:lnTo>
                  <a:lnTo>
                    <a:pt x="13530" y="8627"/>
                  </a:lnTo>
                  <a:lnTo>
                    <a:pt x="14261" y="9502"/>
                  </a:lnTo>
                  <a:cubicBezTo>
                    <a:pt x="14364" y="9623"/>
                    <a:pt x="14513" y="9692"/>
                    <a:pt x="14670" y="9692"/>
                  </a:cubicBezTo>
                  <a:lnTo>
                    <a:pt x="14672" y="9692"/>
                  </a:lnTo>
                  <a:cubicBezTo>
                    <a:pt x="14830" y="9692"/>
                    <a:pt x="14980" y="9621"/>
                    <a:pt x="15080" y="9500"/>
                  </a:cubicBezTo>
                  <a:lnTo>
                    <a:pt x="15804" y="8628"/>
                  </a:lnTo>
                  <a:lnTo>
                    <a:pt x="17540" y="8628"/>
                  </a:lnTo>
                  <a:cubicBezTo>
                    <a:pt x="17832" y="8628"/>
                    <a:pt x="18070" y="8391"/>
                    <a:pt x="18070" y="8098"/>
                  </a:cubicBezTo>
                  <a:lnTo>
                    <a:pt x="18070" y="530"/>
                  </a:lnTo>
                  <a:cubicBezTo>
                    <a:pt x="18070" y="238"/>
                    <a:pt x="17832" y="1"/>
                    <a:pt x="175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28"/>
            <p:cNvSpPr/>
            <p:nvPr/>
          </p:nvSpPr>
          <p:spPr>
            <a:xfrm>
              <a:off x="2841950" y="1879625"/>
              <a:ext cx="169075" cy="62125"/>
            </a:xfrm>
            <a:custGeom>
              <a:avLst/>
              <a:gdLst/>
              <a:ahLst/>
              <a:cxnLst/>
              <a:rect l="l" t="t" r="r" b="b"/>
              <a:pathLst>
                <a:path w="6763" h="2485" extrusionOk="0">
                  <a:moveTo>
                    <a:pt x="1739" y="0"/>
                  </a:moveTo>
                  <a:cubicBezTo>
                    <a:pt x="779" y="0"/>
                    <a:pt x="0" y="778"/>
                    <a:pt x="0" y="1739"/>
                  </a:cubicBezTo>
                  <a:lnTo>
                    <a:pt x="0" y="2485"/>
                  </a:lnTo>
                  <a:lnTo>
                    <a:pt x="5881" y="2485"/>
                  </a:lnTo>
                  <a:cubicBezTo>
                    <a:pt x="6762" y="1382"/>
                    <a:pt x="6762" y="582"/>
                    <a:pt x="6762" y="527"/>
                  </a:cubicBezTo>
                  <a:cubicBezTo>
                    <a:pt x="6762" y="236"/>
                    <a:pt x="6525" y="0"/>
                    <a:pt x="6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28"/>
            <p:cNvSpPr/>
            <p:nvPr/>
          </p:nvSpPr>
          <p:spPr>
            <a:xfrm>
              <a:off x="2841950" y="1968350"/>
              <a:ext cx="147325" cy="103500"/>
            </a:xfrm>
            <a:custGeom>
              <a:avLst/>
              <a:gdLst/>
              <a:ahLst/>
              <a:cxnLst/>
              <a:rect l="l" t="t" r="r" b="b"/>
              <a:pathLst>
                <a:path w="5893" h="4140" extrusionOk="0">
                  <a:moveTo>
                    <a:pt x="0" y="1"/>
                  </a:moveTo>
                  <a:lnTo>
                    <a:pt x="0" y="1191"/>
                  </a:lnTo>
                  <a:cubicBezTo>
                    <a:pt x="0" y="2817"/>
                    <a:pt x="1321" y="4139"/>
                    <a:pt x="2945" y="4139"/>
                  </a:cubicBezTo>
                  <a:cubicBezTo>
                    <a:pt x="2954" y="4139"/>
                    <a:pt x="2964" y="4139"/>
                    <a:pt x="2974" y="4139"/>
                  </a:cubicBezTo>
                  <a:cubicBezTo>
                    <a:pt x="4597" y="4125"/>
                    <a:pt x="5893" y="2777"/>
                    <a:pt x="5893" y="1154"/>
                  </a:cubicBezTo>
                  <a:lnTo>
                    <a:pt x="58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28"/>
            <p:cNvSpPr/>
            <p:nvPr/>
          </p:nvSpPr>
          <p:spPr>
            <a:xfrm>
              <a:off x="2560175" y="1879625"/>
              <a:ext cx="169075" cy="62125"/>
            </a:xfrm>
            <a:custGeom>
              <a:avLst/>
              <a:gdLst/>
              <a:ahLst/>
              <a:cxnLst/>
              <a:rect l="l" t="t" r="r" b="b"/>
              <a:pathLst>
                <a:path w="6763" h="2485" extrusionOk="0">
                  <a:moveTo>
                    <a:pt x="529" y="0"/>
                  </a:moveTo>
                  <a:cubicBezTo>
                    <a:pt x="237" y="0"/>
                    <a:pt x="1" y="236"/>
                    <a:pt x="1" y="527"/>
                  </a:cubicBezTo>
                  <a:cubicBezTo>
                    <a:pt x="1" y="582"/>
                    <a:pt x="1" y="1379"/>
                    <a:pt x="882" y="2485"/>
                  </a:cubicBezTo>
                  <a:lnTo>
                    <a:pt x="6763" y="2485"/>
                  </a:lnTo>
                  <a:lnTo>
                    <a:pt x="6763" y="1739"/>
                  </a:lnTo>
                  <a:cubicBezTo>
                    <a:pt x="6763" y="778"/>
                    <a:pt x="5984" y="0"/>
                    <a:pt x="5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28"/>
            <p:cNvSpPr/>
            <p:nvPr/>
          </p:nvSpPr>
          <p:spPr>
            <a:xfrm>
              <a:off x="2581925" y="1968350"/>
              <a:ext cx="147325" cy="103500"/>
            </a:xfrm>
            <a:custGeom>
              <a:avLst/>
              <a:gdLst/>
              <a:ahLst/>
              <a:cxnLst/>
              <a:rect l="l" t="t" r="r" b="b"/>
              <a:pathLst>
                <a:path w="5893" h="4140" extrusionOk="0">
                  <a:moveTo>
                    <a:pt x="0" y="1"/>
                  </a:moveTo>
                  <a:lnTo>
                    <a:pt x="0" y="1191"/>
                  </a:lnTo>
                  <a:cubicBezTo>
                    <a:pt x="0" y="2817"/>
                    <a:pt x="1320" y="4139"/>
                    <a:pt x="2945" y="4139"/>
                  </a:cubicBezTo>
                  <a:cubicBezTo>
                    <a:pt x="2955" y="4139"/>
                    <a:pt x="2964" y="4139"/>
                    <a:pt x="2974" y="4139"/>
                  </a:cubicBezTo>
                  <a:cubicBezTo>
                    <a:pt x="4596" y="4125"/>
                    <a:pt x="5893" y="2777"/>
                    <a:pt x="5893" y="1154"/>
                  </a:cubicBezTo>
                  <a:lnTo>
                    <a:pt x="58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401" name="Google Shape;8401;p128" title="Next.js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651200" y="1175075"/>
            <a:ext cx="797400" cy="79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2" name="Google Shape;8402;p128" title="Node.js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745375" y="2292000"/>
            <a:ext cx="925000" cy="925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3" name="Google Shape;8403;p128" title="MySQL.png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311613" y="2993000"/>
            <a:ext cx="797400" cy="79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4" name="Google Shape;8404;p128" title="Figma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782000" y="3876525"/>
            <a:ext cx="851750" cy="851750"/>
          </a:xfrm>
          <a:prstGeom prst="rect">
            <a:avLst/>
          </a:prstGeom>
          <a:noFill/>
          <a:ln>
            <a:noFill/>
          </a:ln>
        </p:spPr>
      </p:pic>
      <p:sp>
        <p:nvSpPr>
          <p:cNvPr id="8405" name="Google Shape;8405;p128"/>
          <p:cNvSpPr txBox="1"/>
          <p:nvPr/>
        </p:nvSpPr>
        <p:spPr>
          <a:xfrm>
            <a:off x="7413800" y="4742850"/>
            <a:ext cx="1639800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2020/ICT/119</a:t>
            </a:r>
            <a:endParaRPr sz="160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0" name="Google Shape;8410;p12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Interface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8411" name="Google Shape;8411;p129"/>
          <p:cNvSpPr/>
          <p:nvPr/>
        </p:nvSpPr>
        <p:spPr>
          <a:xfrm rot="2387418" flipH="1">
            <a:off x="-1472022" y="226167"/>
            <a:ext cx="2111058" cy="2948755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412" name="Google Shape;8412;p129"/>
          <p:cNvSpPr/>
          <p:nvPr/>
        </p:nvSpPr>
        <p:spPr>
          <a:xfrm rot="-2401395">
            <a:off x="8429978" y="226366"/>
            <a:ext cx="2111074" cy="2948366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pic>
        <p:nvPicPr>
          <p:cNvPr id="8413" name="Google Shape;8413;p129" title="4.png"/>
          <p:cNvPicPr preferRelativeResize="0"/>
          <p:nvPr/>
        </p:nvPicPr>
        <p:blipFill rotWithShape="1">
          <a:blip r:embed="rId3">
            <a:alphaModFix/>
          </a:blip>
          <a:srcRect l="-116460" t="-10880" r="116459" b="10880"/>
          <a:stretch/>
        </p:blipFill>
        <p:spPr>
          <a:xfrm>
            <a:off x="250850" y="1278400"/>
            <a:ext cx="51435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4" name="Google Shape;8414;p129" title="WhatsApp Image 2025-04-02 at 15.41.29_674e1d75.jpg"/>
          <p:cNvPicPr preferRelativeResize="0"/>
          <p:nvPr/>
        </p:nvPicPr>
        <p:blipFill rotWithShape="1">
          <a:blip r:embed="rId4">
            <a:alphaModFix/>
          </a:blip>
          <a:srcRect t="12789" b="12377"/>
          <a:stretch/>
        </p:blipFill>
        <p:spPr>
          <a:xfrm>
            <a:off x="250850" y="3111175"/>
            <a:ext cx="4070499" cy="1713557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5" name="Google Shape;8415;p129" title="WhatsApp Image 2025-04-02 at 15.41.33_50a47a1d.jpg"/>
          <p:cNvPicPr preferRelativeResize="0"/>
          <p:nvPr/>
        </p:nvPicPr>
        <p:blipFill rotWithShape="1">
          <a:blip r:embed="rId5">
            <a:alphaModFix/>
          </a:blip>
          <a:srcRect t="11839" r="5499" b="6454"/>
          <a:stretch/>
        </p:blipFill>
        <p:spPr>
          <a:xfrm>
            <a:off x="205250" y="1017725"/>
            <a:ext cx="3712749" cy="1805749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6" name="Google Shape;8416;p129" title="WhatsApp Image 2025-04-02 at 15.41.29_970ff155.jpg"/>
          <p:cNvPicPr preferRelativeResize="0"/>
          <p:nvPr/>
        </p:nvPicPr>
        <p:blipFill rotWithShape="1">
          <a:blip r:embed="rId6">
            <a:alphaModFix/>
          </a:blip>
          <a:srcRect t="12218" b="11416"/>
          <a:stretch/>
        </p:blipFill>
        <p:spPr>
          <a:xfrm>
            <a:off x="4442688" y="2995825"/>
            <a:ext cx="4526186" cy="1944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7" name="Google Shape;8417;p129" title="4.png"/>
          <p:cNvPicPr preferRelativeResize="0"/>
          <p:nvPr/>
        </p:nvPicPr>
        <p:blipFill rotWithShape="1">
          <a:blip r:embed="rId3">
            <a:alphaModFix/>
          </a:blip>
          <a:srcRect t="22912" b="33369"/>
          <a:stretch/>
        </p:blipFill>
        <p:spPr>
          <a:xfrm>
            <a:off x="2904679" y="963275"/>
            <a:ext cx="4039222" cy="176588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8" name="Google Shape;8418;p129" title="WhatsApp Image 2025-04-02 at 15.43.09_b3402e04.jpg"/>
          <p:cNvPicPr preferRelativeResize="0"/>
          <p:nvPr/>
        </p:nvPicPr>
        <p:blipFill rotWithShape="1">
          <a:blip r:embed="rId7">
            <a:alphaModFix/>
          </a:blip>
          <a:srcRect l="9651" t="8647" r="-6842" b="14281"/>
          <a:stretch/>
        </p:blipFill>
        <p:spPr>
          <a:xfrm>
            <a:off x="6431525" y="580675"/>
            <a:ext cx="2643751" cy="22397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3" name="Google Shape;8423;p130"/>
          <p:cNvSpPr/>
          <p:nvPr/>
        </p:nvSpPr>
        <p:spPr>
          <a:xfrm rot="7688103">
            <a:off x="-1041758" y="2397119"/>
            <a:ext cx="2498704" cy="3490200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424" name="Google Shape;8424;p130"/>
          <p:cNvSpPr txBox="1">
            <a:spLocks noGrp="1"/>
          </p:cNvSpPr>
          <p:nvPr>
            <p:ph type="title"/>
          </p:nvPr>
        </p:nvSpPr>
        <p:spPr>
          <a:xfrm>
            <a:off x="3081900" y="521900"/>
            <a:ext cx="246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</a:rPr>
              <a:t>Interface</a:t>
            </a:r>
            <a:endParaRPr sz="3000">
              <a:solidFill>
                <a:schemeClr val="accent5"/>
              </a:solidFill>
            </a:endParaRPr>
          </a:p>
        </p:txBody>
      </p:sp>
      <p:pic>
        <p:nvPicPr>
          <p:cNvPr id="8425" name="Google Shape;8425;p130" title="42.png"/>
          <p:cNvPicPr preferRelativeResize="0"/>
          <p:nvPr/>
        </p:nvPicPr>
        <p:blipFill rotWithShape="1">
          <a:blip r:embed="rId3">
            <a:alphaModFix/>
          </a:blip>
          <a:srcRect t="19889" b="19452"/>
          <a:stretch/>
        </p:blipFill>
        <p:spPr>
          <a:xfrm>
            <a:off x="609703" y="996425"/>
            <a:ext cx="3877600" cy="2352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6" name="Google Shape;8426;p130" title="53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332826" y="521900"/>
            <a:ext cx="3239676" cy="32396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7" name="Google Shape;8427;p130" title="17s.png"/>
          <p:cNvPicPr preferRelativeResize="0"/>
          <p:nvPr/>
        </p:nvPicPr>
        <p:blipFill rotWithShape="1">
          <a:blip r:embed="rId5">
            <a:alphaModFix/>
          </a:blip>
          <a:srcRect t="19787" b="34786"/>
          <a:stretch/>
        </p:blipFill>
        <p:spPr>
          <a:xfrm>
            <a:off x="814463" y="3446675"/>
            <a:ext cx="3468074" cy="1575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8" name="Google Shape;8428;p130" title="WhatsApp Image 2025-04-02 at 15.41.29_eb95078a.jpg"/>
          <p:cNvPicPr preferRelativeResize="0"/>
          <p:nvPr/>
        </p:nvPicPr>
        <p:blipFill rotWithShape="1">
          <a:blip r:embed="rId6">
            <a:alphaModFix/>
          </a:blip>
          <a:srcRect t="12986" b="4925"/>
          <a:stretch/>
        </p:blipFill>
        <p:spPr>
          <a:xfrm>
            <a:off x="4629975" y="3013600"/>
            <a:ext cx="4349626" cy="2008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3" name="Google Shape;8433;p1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  <a:latin typeface="Josefin Sans"/>
                <a:ea typeface="Josefin Sans"/>
                <a:cs typeface="Josefin Sans"/>
                <a:sym typeface="Josefin Sans"/>
              </a:rPr>
              <a:t>Advantages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434" name="Google Shape;8434;p131"/>
          <p:cNvSpPr txBox="1"/>
          <p:nvPr/>
        </p:nvSpPr>
        <p:spPr>
          <a:xfrm>
            <a:off x="1847875" y="1495500"/>
            <a:ext cx="5870400" cy="215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Customizable. </a:t>
            </a:r>
            <a:endParaRPr lang="en-US"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-US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Adaptability (To adapt any type of curriculums / degree programs.</a:t>
            </a: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Role based access levels and integrity.</a:t>
            </a:r>
            <a:endParaRPr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Timeline alert and notifying  e-mails.</a:t>
            </a:r>
            <a:endParaRPr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Minimize human errors and paper works.</a:t>
            </a:r>
            <a:endParaRPr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Reduced time.</a:t>
            </a:r>
            <a:endParaRPr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 dirty="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User friendly.</a:t>
            </a:r>
            <a:endParaRPr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91440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accent6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435" name="Google Shape;8435;p131"/>
          <p:cNvSpPr/>
          <p:nvPr/>
        </p:nvSpPr>
        <p:spPr>
          <a:xfrm rot="-6483134">
            <a:off x="578734" y="3018262"/>
            <a:ext cx="1578185" cy="2362721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436" name="Google Shape;8436;p131"/>
          <p:cNvSpPr txBox="1"/>
          <p:nvPr/>
        </p:nvSpPr>
        <p:spPr>
          <a:xfrm>
            <a:off x="7413800" y="4742850"/>
            <a:ext cx="1639800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2020/ICT/24</a:t>
            </a:r>
            <a:endParaRPr sz="160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1" name="Google Shape;8441;p13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Limitation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442" name="Google Shape;8442;p132"/>
          <p:cNvSpPr txBox="1"/>
          <p:nvPr/>
        </p:nvSpPr>
        <p:spPr>
          <a:xfrm>
            <a:off x="1830975" y="1837975"/>
            <a:ext cx="5870400" cy="215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Data accuracy and reliability that may occur due to input errors by the admin.</a:t>
            </a:r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Internet dependency for real-time updates.</a:t>
            </a:r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Consistent system maintenance and data backup requirements.</a:t>
            </a:r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238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Potential security threats that require regular monitoring. </a:t>
            </a:r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91440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accent6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443" name="Google Shape;8443;p132"/>
          <p:cNvSpPr/>
          <p:nvPr/>
        </p:nvSpPr>
        <p:spPr>
          <a:xfrm rot="-6483134">
            <a:off x="578734" y="3018262"/>
            <a:ext cx="1578185" cy="2362721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444" name="Google Shape;8444;p132"/>
          <p:cNvSpPr txBox="1"/>
          <p:nvPr/>
        </p:nvSpPr>
        <p:spPr>
          <a:xfrm>
            <a:off x="7413800" y="4742850"/>
            <a:ext cx="1639800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2020/ICT/24</a:t>
            </a:r>
            <a:endParaRPr sz="160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p13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Conclusion</a:t>
            </a:r>
            <a:endParaRPr>
              <a:solidFill>
                <a:schemeClr val="accent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8450" name="Google Shape;8450;p133"/>
          <p:cNvSpPr txBox="1"/>
          <p:nvPr/>
        </p:nvSpPr>
        <p:spPr>
          <a:xfrm>
            <a:off x="742350" y="1671050"/>
            <a:ext cx="7659300" cy="215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The Exam Entry System streamlines the examination registration process by enhancing efficiency, security and accessibility for both students and administrators. 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0" lvl="0" indent="0" algn="ctr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By reducing manual errors, computerizing eligibility verification and providing real-time updates, the system ensures a smoother and more reliable exam admission process. 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0" lvl="0" indent="0" algn="ctr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500">
                <a:latin typeface="Lato"/>
                <a:ea typeface="Lato"/>
                <a:cs typeface="Lato"/>
                <a:sym typeface="Lato"/>
              </a:rPr>
              <a:t>To mitigate the challenges, continuous maintenance and monitoring will help, ensuring long-term success and usability.</a:t>
            </a:r>
            <a:endParaRPr sz="1500">
              <a:latin typeface="Lato"/>
              <a:ea typeface="Lato"/>
              <a:cs typeface="Lato"/>
              <a:sym typeface="Lato"/>
            </a:endParaRPr>
          </a:p>
          <a:p>
            <a:pPr marL="457200" lvl="0" indent="0" algn="ctr" rtl="0">
              <a:spcBef>
                <a:spcPts val="120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451" name="Google Shape;8451;p133"/>
          <p:cNvSpPr/>
          <p:nvPr/>
        </p:nvSpPr>
        <p:spPr>
          <a:xfrm rot="-6483134">
            <a:off x="578734" y="3018262"/>
            <a:ext cx="1578185" cy="2362721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452" name="Google Shape;8452;p133"/>
          <p:cNvSpPr txBox="1"/>
          <p:nvPr/>
        </p:nvSpPr>
        <p:spPr>
          <a:xfrm>
            <a:off x="7413800" y="4742850"/>
            <a:ext cx="1639800" cy="2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2020/ICT/57</a:t>
            </a:r>
            <a:endParaRPr sz="1600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7" name="Google Shape;8457;p134"/>
          <p:cNvSpPr/>
          <p:nvPr/>
        </p:nvSpPr>
        <p:spPr>
          <a:xfrm rot="-8100000" flipH="1">
            <a:off x="6806022" y="1935791"/>
            <a:ext cx="2280037" cy="3693837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1355A5">
              <a:alpha val="14030"/>
            </a:srgbClr>
          </a:solidFill>
          <a:ln>
            <a:noFill/>
          </a:ln>
        </p:spPr>
      </p:sp>
      <p:sp>
        <p:nvSpPr>
          <p:cNvPr id="8458" name="Google Shape;8458;p134"/>
          <p:cNvSpPr/>
          <p:nvPr/>
        </p:nvSpPr>
        <p:spPr>
          <a:xfrm rot="-8352900" flipH="1">
            <a:off x="-1768693" y="-256013"/>
            <a:ext cx="2280246" cy="3693798"/>
          </a:xfrm>
          <a:custGeom>
            <a:avLst/>
            <a:gdLst/>
            <a:ahLst/>
            <a:cxnLst/>
            <a:rect l="l" t="t" r="r" b="b"/>
            <a:pathLst>
              <a:path w="146533" h="182207" extrusionOk="0">
                <a:moveTo>
                  <a:pt x="73560" y="958"/>
                </a:moveTo>
                <a:cubicBezTo>
                  <a:pt x="59078" y="-1126"/>
                  <a:pt x="40403" y="174"/>
                  <a:pt x="30338" y="5020"/>
                </a:cubicBezTo>
                <a:cubicBezTo>
                  <a:pt x="20273" y="9866"/>
                  <a:pt x="15070" y="20289"/>
                  <a:pt x="13172" y="30033"/>
                </a:cubicBezTo>
                <a:cubicBezTo>
                  <a:pt x="11274" y="39777"/>
                  <a:pt x="18289" y="51348"/>
                  <a:pt x="18949" y="63486"/>
                </a:cubicBezTo>
                <a:cubicBezTo>
                  <a:pt x="19609" y="75624"/>
                  <a:pt x="19631" y="91916"/>
                  <a:pt x="17132" y="102861"/>
                </a:cubicBezTo>
                <a:cubicBezTo>
                  <a:pt x="14634" y="113806"/>
                  <a:pt x="6276" y="118596"/>
                  <a:pt x="3958" y="129154"/>
                </a:cubicBezTo>
                <a:cubicBezTo>
                  <a:pt x="1640" y="139712"/>
                  <a:pt x="-3248" y="157408"/>
                  <a:pt x="3225" y="166208"/>
                </a:cubicBezTo>
                <a:cubicBezTo>
                  <a:pt x="9698" y="175009"/>
                  <a:pt x="27774" y="180953"/>
                  <a:pt x="42796" y="181957"/>
                </a:cubicBezTo>
                <a:cubicBezTo>
                  <a:pt x="57818" y="182961"/>
                  <a:pt x="78580" y="181185"/>
                  <a:pt x="93358" y="172230"/>
                </a:cubicBezTo>
                <a:cubicBezTo>
                  <a:pt x="108136" y="163275"/>
                  <a:pt x="122670" y="148067"/>
                  <a:pt x="131464" y="128227"/>
                </a:cubicBezTo>
                <a:cubicBezTo>
                  <a:pt x="140258" y="108387"/>
                  <a:pt x="148493" y="71641"/>
                  <a:pt x="146120" y="53191"/>
                </a:cubicBezTo>
                <a:cubicBezTo>
                  <a:pt x="143748" y="34741"/>
                  <a:pt x="129322" y="26232"/>
                  <a:pt x="117229" y="17526"/>
                </a:cubicBezTo>
                <a:cubicBezTo>
                  <a:pt x="105136" y="8821"/>
                  <a:pt x="88042" y="3042"/>
                  <a:pt x="73560" y="958"/>
                </a:cubicBezTo>
                <a:close/>
              </a:path>
            </a:pathLst>
          </a:custGeom>
          <a:solidFill>
            <a:srgbClr val="FFB000">
              <a:alpha val="15480"/>
            </a:srgbClr>
          </a:solidFill>
          <a:ln>
            <a:noFill/>
          </a:ln>
        </p:spPr>
      </p:sp>
      <p:sp>
        <p:nvSpPr>
          <p:cNvPr id="8459" name="Google Shape;8459;p134"/>
          <p:cNvSpPr txBox="1">
            <a:spLocks noGrp="1"/>
          </p:cNvSpPr>
          <p:nvPr>
            <p:ph type="subTitle" idx="4294967295"/>
          </p:nvPr>
        </p:nvSpPr>
        <p:spPr>
          <a:xfrm>
            <a:off x="354900" y="4660650"/>
            <a:ext cx="5316322" cy="4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https://github.com/SivaramalingamKirushanth/exm_entry</a:t>
            </a:r>
            <a:endParaRPr dirty="0"/>
          </a:p>
        </p:txBody>
      </p:sp>
      <p:sp>
        <p:nvSpPr>
          <p:cNvPr id="8460" name="Google Shape;8460;p134"/>
          <p:cNvSpPr txBox="1">
            <a:spLocks noGrp="1"/>
          </p:cNvSpPr>
          <p:nvPr>
            <p:ph type="title"/>
          </p:nvPr>
        </p:nvSpPr>
        <p:spPr>
          <a:xfrm rot="185">
            <a:off x="104675" y="306525"/>
            <a:ext cx="5566500" cy="173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/>
              <a:t>Any </a:t>
            </a:r>
            <a:r>
              <a:rPr lang="en" sz="6400"/>
              <a:t>Questions?</a:t>
            </a:r>
            <a:endParaRPr sz="6400"/>
          </a:p>
        </p:txBody>
      </p:sp>
      <p:sp>
        <p:nvSpPr>
          <p:cNvPr id="8461" name="Google Shape;8461;p134"/>
          <p:cNvSpPr txBox="1"/>
          <p:nvPr/>
        </p:nvSpPr>
        <p:spPr>
          <a:xfrm>
            <a:off x="1963775" y="2492850"/>
            <a:ext cx="12279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 Github link</a:t>
            </a:r>
            <a:endParaRPr sz="1600" b="1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8462" name="Google Shape;8462;p134"/>
          <p:cNvSpPr txBox="1"/>
          <p:nvPr/>
        </p:nvSpPr>
        <p:spPr>
          <a:xfrm>
            <a:off x="1896425" y="4266150"/>
            <a:ext cx="13626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6"/>
                </a:solidFill>
                <a:latin typeface="Antic"/>
                <a:ea typeface="Antic"/>
                <a:cs typeface="Antic"/>
                <a:sym typeface="Antic"/>
              </a:rPr>
              <a:t>Scan me!</a:t>
            </a:r>
            <a:endParaRPr sz="1600" b="1">
              <a:solidFill>
                <a:schemeClr val="accent6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pic>
        <p:nvPicPr>
          <p:cNvPr id="8463" name="Google Shape;8463;p134" title="freepik__background__88463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25225" y="1058924"/>
            <a:ext cx="3262350" cy="3262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64" name="Google Shape;8464;p134" title="qrcode_188911982_f02d2410ad3bc7710d789d191c3e5980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78175" y="2887350"/>
            <a:ext cx="1399100" cy="1399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Study Techniques for Final Exams in High School by Slidesgo">
  <a:themeElements>
    <a:clrScheme name="Simple Light">
      <a:dk1>
        <a:srgbClr val="001A49"/>
      </a:dk1>
      <a:lt1>
        <a:srgbClr val="FCFCFC"/>
      </a:lt1>
      <a:dk2>
        <a:srgbClr val="A8B1C1"/>
      </a:dk2>
      <a:lt2>
        <a:srgbClr val="FFB000"/>
      </a:lt2>
      <a:accent1>
        <a:srgbClr val="FF9100"/>
      </a:accent1>
      <a:accent2>
        <a:srgbClr val="FF7300"/>
      </a:accent2>
      <a:accent3>
        <a:srgbClr val="DD4B03"/>
      </a:accent3>
      <a:accent4>
        <a:srgbClr val="E15A84"/>
      </a:accent4>
      <a:accent5>
        <a:srgbClr val="1355A5"/>
      </a:accent5>
      <a:accent6>
        <a:srgbClr val="001A49"/>
      </a:accent6>
      <a:hlink>
        <a:srgbClr val="001A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tudy Techniques for Final Exams in High School by Slidesgo">
  <a:themeElements>
    <a:clrScheme name="Simple Light">
      <a:dk1>
        <a:srgbClr val="001A49"/>
      </a:dk1>
      <a:lt1>
        <a:srgbClr val="FCFCFC"/>
      </a:lt1>
      <a:dk2>
        <a:srgbClr val="A8B1C1"/>
      </a:dk2>
      <a:lt2>
        <a:srgbClr val="FFB000"/>
      </a:lt2>
      <a:accent1>
        <a:srgbClr val="FF9100"/>
      </a:accent1>
      <a:accent2>
        <a:srgbClr val="FF7300"/>
      </a:accent2>
      <a:accent3>
        <a:srgbClr val="DD4B03"/>
      </a:accent3>
      <a:accent4>
        <a:srgbClr val="E15A84"/>
      </a:accent4>
      <a:accent5>
        <a:srgbClr val="1355A5"/>
      </a:accent5>
      <a:accent6>
        <a:srgbClr val="001A49"/>
      </a:accent6>
      <a:hlink>
        <a:srgbClr val="001A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tudy Techniques for Final Exams in High School by Slidesgo">
  <a:themeElements>
    <a:clrScheme name="Simple Light">
      <a:dk1>
        <a:srgbClr val="001A49"/>
      </a:dk1>
      <a:lt1>
        <a:srgbClr val="FCFCFC"/>
      </a:lt1>
      <a:dk2>
        <a:srgbClr val="A8B1C1"/>
      </a:dk2>
      <a:lt2>
        <a:srgbClr val="FFB000"/>
      </a:lt2>
      <a:accent1>
        <a:srgbClr val="FF9100"/>
      </a:accent1>
      <a:accent2>
        <a:srgbClr val="FF7300"/>
      </a:accent2>
      <a:accent3>
        <a:srgbClr val="DD4B03"/>
      </a:accent3>
      <a:accent4>
        <a:srgbClr val="E15A84"/>
      </a:accent4>
      <a:accent5>
        <a:srgbClr val="1355A5"/>
      </a:accent5>
      <a:accent6>
        <a:srgbClr val="001A49"/>
      </a:accent6>
      <a:hlink>
        <a:srgbClr val="001A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Study Techniques for Final Exams in High School by Slidesgo">
  <a:themeElements>
    <a:clrScheme name="Simple Light">
      <a:dk1>
        <a:srgbClr val="001A49"/>
      </a:dk1>
      <a:lt1>
        <a:srgbClr val="FCFCFC"/>
      </a:lt1>
      <a:dk2>
        <a:srgbClr val="A8B1C1"/>
      </a:dk2>
      <a:lt2>
        <a:srgbClr val="FFB000"/>
      </a:lt2>
      <a:accent1>
        <a:srgbClr val="FF9100"/>
      </a:accent1>
      <a:accent2>
        <a:srgbClr val="FF7300"/>
      </a:accent2>
      <a:accent3>
        <a:srgbClr val="DD4B03"/>
      </a:accent3>
      <a:accent4>
        <a:srgbClr val="E15A84"/>
      </a:accent4>
      <a:accent5>
        <a:srgbClr val="1355A5"/>
      </a:accent5>
      <a:accent6>
        <a:srgbClr val="001A49"/>
      </a:accent6>
      <a:hlink>
        <a:srgbClr val="001A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28</TotalTime>
  <Words>467</Words>
  <Application>Microsoft Office PowerPoint</Application>
  <PresentationFormat>On-screen Show (16:9)</PresentationFormat>
  <Paragraphs>84</Paragraphs>
  <Slides>14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14</vt:i4>
      </vt:variant>
    </vt:vector>
  </HeadingPairs>
  <TitlesOfParts>
    <vt:vector size="30" baseType="lpstr">
      <vt:lpstr>Manrope</vt:lpstr>
      <vt:lpstr>Josefin Sans</vt:lpstr>
      <vt:lpstr>Arial</vt:lpstr>
      <vt:lpstr>Manrope ExtraBold</vt:lpstr>
      <vt:lpstr>PT Sans</vt:lpstr>
      <vt:lpstr>Nunito Light</vt:lpstr>
      <vt:lpstr>Lato</vt:lpstr>
      <vt:lpstr>Josefin Sans SemiBold</vt:lpstr>
      <vt:lpstr>Bodoni Moda</vt:lpstr>
      <vt:lpstr>Antic</vt:lpstr>
      <vt:lpstr>Bebas Neue</vt:lpstr>
      <vt:lpstr>Londrina Solid</vt:lpstr>
      <vt:lpstr>Study Techniques for Final Exams in High School by Slidesgo</vt:lpstr>
      <vt:lpstr>Study Techniques for Final Exams in High School by Slidesgo</vt:lpstr>
      <vt:lpstr>Study Techniques for Final Exams in High School by Slidesgo</vt:lpstr>
      <vt:lpstr>Study Techniques for Final Exams in High School by Slidesgo</vt:lpstr>
      <vt:lpstr>Examination Entry System </vt:lpstr>
      <vt:lpstr>Introduction</vt:lpstr>
      <vt:lpstr>Objectives</vt:lpstr>
      <vt:lpstr>Requirements </vt:lpstr>
      <vt:lpstr>Requirements </vt:lpstr>
      <vt:lpstr>Requirements </vt:lpstr>
      <vt:lpstr> System Implementation</vt:lpstr>
      <vt:lpstr>Technology Used</vt:lpstr>
      <vt:lpstr>Interface</vt:lpstr>
      <vt:lpstr>Interface</vt:lpstr>
      <vt:lpstr>Advantages</vt:lpstr>
      <vt:lpstr>Limitation</vt:lpstr>
      <vt:lpstr>Conclusion</vt:lpstr>
      <vt:lpstr>Any Questions?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Hp</dc:creator>
  <cp:lastModifiedBy>Ilma Ismail</cp:lastModifiedBy>
  <cp:revision>2</cp:revision>
  <dcterms:modified xsi:type="dcterms:W3CDTF">2025-04-03T05:17:55Z</dcterms:modified>
</cp:coreProperties>
</file>